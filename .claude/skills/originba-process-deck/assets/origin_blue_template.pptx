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4"/>
  </p:sldMasterIdLst>
  <p:notesMasterIdLst>
    <p:notesMasterId r:id="rId11"/>
  </p:notesMasterIdLst>
  <p:sldIdLst>
    <p:sldId id="268" r:id="rId5"/>
    <p:sldId id="2147327722" r:id="rId6"/>
    <p:sldId id="2147327723" r:id="rId7"/>
    <p:sldId id="305" r:id="rId8"/>
    <p:sldId id="2147327724" r:id="rId9"/>
    <p:sldId id="2147327721" r:id="rId10"/>
  </p:sldIdLst>
  <p:sldSz cx="20104100" cy="11309350"/>
  <p:notesSz cx="20104100" cy="11309350"/>
  <p:embeddedFontLst>
    <p:embeddedFont>
      <p:font typeface="Delight Medium" panose="020B0604020202020204" charset="0"/>
      <p:regular r:id="rId12"/>
      <p:bold r:id="rId13"/>
    </p:embeddedFont>
    <p:embeddedFont>
      <p:font typeface="Delight Regular" panose="020B0604020202020204" charset="0"/>
      <p:regular r:id="rId14"/>
    </p:embeddedFont>
    <p:embeddedFont>
      <p:font typeface="Delight Semi Bold" panose="020B0604020202020204" charset="0"/>
      <p:regular r:id="rId15"/>
      <p:bold r:id="rId16"/>
    </p:embeddedFont>
  </p:embeddedFontLst>
  <p:defaultTextStyle>
    <a:defPPr>
      <a:defRPr kern="0"/>
    </a:def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EECA242-63C1-4819-718C-03DD82C4675D}" name="Matthew Chaump" initials="MC" userId="S::mchaump@originutility.com::b3d42fe6-670a-4966-b5bf-3a36d66e83c8" providerId="AD"/>
  <p188:author id="{1DC4F756-B5AF-C2D4-9316-CD972CDD5EB3}" name="Jim Andrews" initials="JA" userId="S::jandrews@originconsults.com::a05dfb70-bfc1-430f-b538-55d430ac6bc6"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B7D23"/>
    <a:srgbClr val="F5EFE9"/>
    <a:srgbClr val="FFFFFF"/>
    <a:srgbClr val="006DA7"/>
    <a:srgbClr val="103F7C"/>
    <a:srgbClr val="000000"/>
    <a:srgbClr val="2E2E2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3288D44-8111-45FC-9CA5-005E2963CEF0}" v="3" dt="2026-09-24T23:17:50.549"/>
    <p1510:client id="{EFAEBEA1-CE80-4756-ACF3-B164209B0570}" v="2" dt="2026-09-24T15:34:27.156"/>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0" d="100"/>
          <a:sy n="50" d="100"/>
        </p:scale>
        <p:origin x="376"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font" Target="fonts/font2.fntdata"/><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font" Target="fonts/font1.fntdata"/><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font" Target="fonts/font5.fntdata"/><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font" Target="fonts/font4.fntdata"/><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font" Target="fonts/font3.fntdata"/><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eed Navara" userId="c24476df-5543-40c4-aff2-f9b37b4e2199" providerId="ADAL" clId="{DE4EBD87-7713-4937-BB2F-40F61ABFC847}"/>
    <pc:docChg chg="custSel addSld modSld sldOrd">
      <pc:chgData name="Reed Navara" userId="c24476df-5543-40c4-aff2-f9b37b4e2199" providerId="ADAL" clId="{DE4EBD87-7713-4937-BB2F-40F61ABFC847}" dt="2026-09-25T00:07:49.632" v="466" actId="1076"/>
      <pc:docMkLst>
        <pc:docMk/>
      </pc:docMkLst>
      <pc:sldChg chg="modSp mod">
        <pc:chgData name="Reed Navara" userId="c24476df-5543-40c4-aff2-f9b37b4e2199" providerId="ADAL" clId="{DE4EBD87-7713-4937-BB2F-40F61ABFC847}" dt="2026-09-24T15:13:37.621" v="9" actId="20577"/>
        <pc:sldMkLst>
          <pc:docMk/>
          <pc:sldMk cId="1423065503" sldId="268"/>
        </pc:sldMkLst>
        <pc:spChg chg="mod">
          <ac:chgData name="Reed Navara" userId="c24476df-5543-40c4-aff2-f9b37b4e2199" providerId="ADAL" clId="{DE4EBD87-7713-4937-BB2F-40F61ABFC847}" dt="2026-09-24T15:13:37.621" v="9" actId="20577"/>
          <ac:spMkLst>
            <pc:docMk/>
            <pc:sldMk cId="1423065503" sldId="268"/>
            <ac:spMk id="3" creationId="{E11F4AC8-907D-0D9B-3EC1-080B36B5BD90}"/>
          </ac:spMkLst>
        </pc:spChg>
      </pc:sldChg>
      <pc:sldChg chg="addSp delSp modSp mod ord">
        <pc:chgData name="Reed Navara" userId="c24476df-5543-40c4-aff2-f9b37b4e2199" providerId="ADAL" clId="{DE4EBD87-7713-4937-BB2F-40F61ABFC847}" dt="2026-09-25T00:07:49.632" v="466" actId="1076"/>
        <pc:sldMkLst>
          <pc:docMk/>
          <pc:sldMk cId="4080643058" sldId="305"/>
        </pc:sldMkLst>
        <pc:spChg chg="mod">
          <ac:chgData name="Reed Navara" userId="c24476df-5543-40c4-aff2-f9b37b4e2199" providerId="ADAL" clId="{DE4EBD87-7713-4937-BB2F-40F61ABFC847}" dt="2026-09-24T23:30:16.792" v="239" actId="20577"/>
          <ac:spMkLst>
            <pc:docMk/>
            <pc:sldMk cId="4080643058" sldId="305"/>
            <ac:spMk id="14" creationId="{00000000-0000-0000-0000-000000000000}"/>
          </ac:spMkLst>
        </pc:spChg>
        <pc:spChg chg="mod">
          <ac:chgData name="Reed Navara" userId="c24476df-5543-40c4-aff2-f9b37b4e2199" providerId="ADAL" clId="{DE4EBD87-7713-4937-BB2F-40F61ABFC847}" dt="2026-09-24T23:49:32.248" v="458" actId="20577"/>
          <ac:spMkLst>
            <pc:docMk/>
            <pc:sldMk cId="4080643058" sldId="305"/>
            <ac:spMk id="17" creationId="{00000000-0000-0000-0000-000000000000}"/>
          </ac:spMkLst>
        </pc:spChg>
        <pc:spChg chg="del mod">
          <ac:chgData name="Reed Navara" userId="c24476df-5543-40c4-aff2-f9b37b4e2199" providerId="ADAL" clId="{DE4EBD87-7713-4937-BB2F-40F61ABFC847}" dt="2026-09-24T23:49:53.112" v="459" actId="478"/>
          <ac:spMkLst>
            <pc:docMk/>
            <pc:sldMk cId="4080643058" sldId="305"/>
            <ac:spMk id="19" creationId="{00000000-0000-0000-0000-000000000000}"/>
          </ac:spMkLst>
        </pc:spChg>
        <pc:spChg chg="mod">
          <ac:chgData name="Reed Navara" userId="c24476df-5543-40c4-aff2-f9b37b4e2199" providerId="ADAL" clId="{DE4EBD87-7713-4937-BB2F-40F61ABFC847}" dt="2026-09-25T00:07:39.040" v="464" actId="1076"/>
          <ac:spMkLst>
            <pc:docMk/>
            <pc:sldMk cId="4080643058" sldId="305"/>
            <ac:spMk id="20" creationId="{00000000-0000-0000-0000-000000000000}"/>
          </ac:spMkLst>
        </pc:spChg>
        <pc:spChg chg="mod">
          <ac:chgData name="Reed Navara" userId="c24476df-5543-40c4-aff2-f9b37b4e2199" providerId="ADAL" clId="{DE4EBD87-7713-4937-BB2F-40F61ABFC847}" dt="2026-09-25T00:07:43.953" v="465" actId="1076"/>
          <ac:spMkLst>
            <pc:docMk/>
            <pc:sldMk cId="4080643058" sldId="305"/>
            <ac:spMk id="21" creationId="{00000000-0000-0000-0000-000000000000}"/>
          </ac:spMkLst>
        </pc:spChg>
        <pc:spChg chg="mod">
          <ac:chgData name="Reed Navara" userId="c24476df-5543-40c4-aff2-f9b37b4e2199" providerId="ADAL" clId="{DE4EBD87-7713-4937-BB2F-40F61ABFC847}" dt="2026-09-25T00:07:49.632" v="466" actId="1076"/>
          <ac:spMkLst>
            <pc:docMk/>
            <pc:sldMk cId="4080643058" sldId="305"/>
            <ac:spMk id="22" creationId="{00000000-0000-0000-0000-000000000000}"/>
          </ac:spMkLst>
        </pc:spChg>
      </pc:sldChg>
      <pc:sldChg chg="addSp modSp">
        <pc:chgData name="Reed Navara" userId="c24476df-5543-40c4-aff2-f9b37b4e2199" providerId="ADAL" clId="{DE4EBD87-7713-4937-BB2F-40F61ABFC847}" dt="2026-09-21T17:48:56.572" v="7" actId="767"/>
        <pc:sldMkLst>
          <pc:docMk/>
          <pc:sldMk cId="2577594116" sldId="2147327721"/>
        </pc:sldMkLst>
      </pc:sldChg>
      <pc:sldChg chg="addSp modSp mod">
        <pc:chgData name="Reed Navara" userId="c24476df-5543-40c4-aff2-f9b37b4e2199" providerId="ADAL" clId="{DE4EBD87-7713-4937-BB2F-40F61ABFC847}" dt="2026-09-24T23:17:15.811" v="171" actId="1076"/>
        <pc:sldMkLst>
          <pc:docMk/>
          <pc:sldMk cId="832659428" sldId="2147327722"/>
        </pc:sldMkLst>
        <pc:spChg chg="add mod">
          <ac:chgData name="Reed Navara" userId="c24476df-5543-40c4-aff2-f9b37b4e2199" providerId="ADAL" clId="{DE4EBD87-7713-4937-BB2F-40F61ABFC847}" dt="2026-09-21T17:33:20.045" v="4" actId="767"/>
          <ac:spMkLst>
            <pc:docMk/>
            <pc:sldMk cId="832659428" sldId="2147327722"/>
            <ac:spMk id="2" creationId="{07614073-3D00-D5C1-B916-B7FA95B3EE55}"/>
          </ac:spMkLst>
        </pc:spChg>
        <pc:spChg chg="add mod">
          <ac:chgData name="Reed Navara" userId="c24476df-5543-40c4-aff2-f9b37b4e2199" providerId="ADAL" clId="{DE4EBD87-7713-4937-BB2F-40F61ABFC847}" dt="2026-09-24T23:17:15.811" v="171" actId="1076"/>
          <ac:spMkLst>
            <pc:docMk/>
            <pc:sldMk cId="832659428" sldId="2147327722"/>
            <ac:spMk id="3" creationId="{475E2A8C-B58E-4DCF-6869-25D6C75F772F}"/>
          </ac:spMkLst>
        </pc:spChg>
      </pc:sldChg>
      <pc:sldChg chg="addSp delSp modSp add mod ord modNotesTx">
        <pc:chgData name="Reed Navara" userId="c24476df-5543-40c4-aff2-f9b37b4e2199" providerId="ADAL" clId="{DE4EBD87-7713-4937-BB2F-40F61ABFC847}" dt="2026-09-24T23:29:27.208" v="227" actId="478"/>
        <pc:sldMkLst>
          <pc:docMk/>
          <pc:sldMk cId="0" sldId="2147327723"/>
        </pc:sldMkLst>
        <pc:spChg chg="mod">
          <ac:chgData name="Reed Navara" userId="c24476df-5543-40c4-aff2-f9b37b4e2199" providerId="ADAL" clId="{DE4EBD87-7713-4937-BB2F-40F61ABFC847}" dt="2026-09-24T23:15:29.177" v="101" actId="1076"/>
          <ac:spMkLst>
            <pc:docMk/>
            <pc:sldMk cId="0" sldId="2147327723"/>
            <ac:spMk id="2" creationId="{00000000-0000-0000-0000-000000000000}"/>
          </ac:spMkLst>
        </pc:spChg>
        <pc:spChg chg="del">
          <ac:chgData name="Reed Navara" userId="c24476df-5543-40c4-aff2-f9b37b4e2199" providerId="ADAL" clId="{DE4EBD87-7713-4937-BB2F-40F61ABFC847}" dt="2026-09-24T23:14:41.055" v="97" actId="478"/>
          <ac:spMkLst>
            <pc:docMk/>
            <pc:sldMk cId="0" sldId="2147327723"/>
            <ac:spMk id="3" creationId="{00000000-0000-0000-0000-000000000000}"/>
          </ac:spMkLst>
        </pc:spChg>
        <pc:spChg chg="mod">
          <ac:chgData name="Reed Navara" userId="c24476df-5543-40c4-aff2-f9b37b4e2199" providerId="ADAL" clId="{DE4EBD87-7713-4937-BB2F-40F61ABFC847}" dt="2026-09-24T23:15:12.826" v="100" actId="1076"/>
          <ac:spMkLst>
            <pc:docMk/>
            <pc:sldMk cId="0" sldId="2147327723"/>
            <ac:spMk id="4" creationId="{00000000-0000-0000-0000-000000000000}"/>
          </ac:spMkLst>
        </pc:spChg>
        <pc:spChg chg="del mod">
          <ac:chgData name="Reed Navara" userId="c24476df-5543-40c4-aff2-f9b37b4e2199" providerId="ADAL" clId="{DE4EBD87-7713-4937-BB2F-40F61ABFC847}" dt="2026-09-24T23:17:23.615" v="173" actId="478"/>
          <ac:spMkLst>
            <pc:docMk/>
            <pc:sldMk cId="0" sldId="2147327723"/>
            <ac:spMk id="902" creationId="{00000000-0000-0000-0000-000000000000}"/>
          </ac:spMkLst>
        </pc:spChg>
        <pc:spChg chg="mod">
          <ac:chgData name="Reed Navara" userId="c24476df-5543-40c4-aff2-f9b37b4e2199" providerId="ADAL" clId="{DE4EBD87-7713-4937-BB2F-40F61ABFC847}" dt="2026-09-24T23:13:46.838" v="70" actId="20577"/>
          <ac:spMkLst>
            <pc:docMk/>
            <pc:sldMk cId="0" sldId="2147327723"/>
            <ac:spMk id="903" creationId="{00000000-0000-0000-0000-000000000000}"/>
          </ac:spMkLst>
        </pc:spChg>
        <pc:spChg chg="mod">
          <ac:chgData name="Reed Navara" userId="c24476df-5543-40c4-aff2-f9b37b4e2199" providerId="ADAL" clId="{DE4EBD87-7713-4937-BB2F-40F61ABFC847}" dt="2026-09-24T23:14:06.118" v="80" actId="20577"/>
          <ac:spMkLst>
            <pc:docMk/>
            <pc:sldMk cId="0" sldId="2147327723"/>
            <ac:spMk id="906" creationId="{00000000-0000-0000-0000-000000000000}"/>
          </ac:spMkLst>
        </pc:spChg>
        <pc:spChg chg="mod">
          <ac:chgData name="Reed Navara" userId="c24476df-5543-40c4-aff2-f9b37b4e2199" providerId="ADAL" clId="{DE4EBD87-7713-4937-BB2F-40F61ABFC847}" dt="2026-09-24T23:29:15.986" v="225" actId="20577"/>
          <ac:spMkLst>
            <pc:docMk/>
            <pc:sldMk cId="0" sldId="2147327723"/>
            <ac:spMk id="910" creationId="{00000000-0000-0000-0000-000000000000}"/>
          </ac:spMkLst>
        </pc:spChg>
        <pc:spChg chg="mod">
          <ac:chgData name="Reed Navara" userId="c24476df-5543-40c4-aff2-f9b37b4e2199" providerId="ADAL" clId="{DE4EBD87-7713-4937-BB2F-40F61ABFC847}" dt="2026-09-24T23:14:14.703" v="81" actId="20577"/>
          <ac:spMkLst>
            <pc:docMk/>
            <pc:sldMk cId="0" sldId="2147327723"/>
            <ac:spMk id="911" creationId="{00000000-0000-0000-0000-000000000000}"/>
          </ac:spMkLst>
        </pc:spChg>
        <pc:spChg chg="mod">
          <ac:chgData name="Reed Navara" userId="c24476df-5543-40c4-aff2-f9b37b4e2199" providerId="ADAL" clId="{DE4EBD87-7713-4937-BB2F-40F61ABFC847}" dt="2026-09-24T23:14:27.610" v="94" actId="20577"/>
          <ac:spMkLst>
            <pc:docMk/>
            <pc:sldMk cId="0" sldId="2147327723"/>
            <ac:spMk id="915" creationId="{00000000-0000-0000-0000-000000000000}"/>
          </ac:spMkLst>
        </pc:spChg>
        <pc:spChg chg="mod">
          <ac:chgData name="Reed Navara" userId="c24476df-5543-40c4-aff2-f9b37b4e2199" providerId="ADAL" clId="{DE4EBD87-7713-4937-BB2F-40F61ABFC847}" dt="2026-09-24T23:15:29.177" v="101" actId="1076"/>
          <ac:spMkLst>
            <pc:docMk/>
            <pc:sldMk cId="0" sldId="2147327723"/>
            <ac:spMk id="916" creationId="{00000000-0000-0000-0000-000000000000}"/>
          </ac:spMkLst>
        </pc:spChg>
        <pc:spChg chg="mod">
          <ac:chgData name="Reed Navara" userId="c24476df-5543-40c4-aff2-f9b37b4e2199" providerId="ADAL" clId="{DE4EBD87-7713-4937-BB2F-40F61ABFC847}" dt="2026-09-24T23:15:29.177" v="101" actId="1076"/>
          <ac:spMkLst>
            <pc:docMk/>
            <pc:sldMk cId="0" sldId="2147327723"/>
            <ac:spMk id="917" creationId="{00000000-0000-0000-0000-000000000000}"/>
          </ac:spMkLst>
        </pc:spChg>
        <pc:spChg chg="mod">
          <ac:chgData name="Reed Navara" userId="c24476df-5543-40c4-aff2-f9b37b4e2199" providerId="ADAL" clId="{DE4EBD87-7713-4937-BB2F-40F61ABFC847}" dt="2026-09-24T23:15:29.177" v="101" actId="1076"/>
          <ac:spMkLst>
            <pc:docMk/>
            <pc:sldMk cId="0" sldId="2147327723"/>
            <ac:spMk id="918" creationId="{00000000-0000-0000-0000-000000000000}"/>
          </ac:spMkLst>
        </pc:spChg>
        <pc:spChg chg="del">
          <ac:chgData name="Reed Navara" userId="c24476df-5543-40c4-aff2-f9b37b4e2199" providerId="ADAL" clId="{DE4EBD87-7713-4937-BB2F-40F61ABFC847}" dt="2026-09-24T23:14:37.130" v="95" actId="478"/>
          <ac:spMkLst>
            <pc:docMk/>
            <pc:sldMk cId="0" sldId="2147327723"/>
            <ac:spMk id="919" creationId="{00000000-0000-0000-0000-000000000000}"/>
          </ac:spMkLst>
        </pc:spChg>
        <pc:spChg chg="del">
          <ac:chgData name="Reed Navara" userId="c24476df-5543-40c4-aff2-f9b37b4e2199" providerId="ADAL" clId="{DE4EBD87-7713-4937-BB2F-40F61ABFC847}" dt="2026-09-24T23:14:40.065" v="96" actId="478"/>
          <ac:spMkLst>
            <pc:docMk/>
            <pc:sldMk cId="0" sldId="2147327723"/>
            <ac:spMk id="920" creationId="{00000000-0000-0000-0000-000000000000}"/>
          </ac:spMkLst>
        </pc:spChg>
        <pc:spChg chg="del">
          <ac:chgData name="Reed Navara" userId="c24476df-5543-40c4-aff2-f9b37b4e2199" providerId="ADAL" clId="{DE4EBD87-7713-4937-BB2F-40F61ABFC847}" dt="2026-09-24T23:14:55.180" v="99" actId="478"/>
          <ac:spMkLst>
            <pc:docMk/>
            <pc:sldMk cId="0" sldId="2147327723"/>
            <ac:spMk id="921" creationId="{00000000-0000-0000-0000-000000000000}"/>
          </ac:spMkLst>
        </pc:spChg>
        <pc:spChg chg="mod">
          <ac:chgData name="Reed Navara" userId="c24476df-5543-40c4-aff2-f9b37b4e2199" providerId="ADAL" clId="{DE4EBD87-7713-4937-BB2F-40F61ABFC847}" dt="2026-09-24T23:15:12.826" v="100" actId="1076"/>
          <ac:spMkLst>
            <pc:docMk/>
            <pc:sldMk cId="0" sldId="2147327723"/>
            <ac:spMk id="922" creationId="{00000000-0000-0000-0000-000000000000}"/>
          </ac:spMkLst>
        </pc:spChg>
        <pc:spChg chg="mod">
          <ac:chgData name="Reed Navara" userId="c24476df-5543-40c4-aff2-f9b37b4e2199" providerId="ADAL" clId="{DE4EBD87-7713-4937-BB2F-40F61ABFC847}" dt="2026-09-24T23:15:12.826" v="100" actId="1076"/>
          <ac:spMkLst>
            <pc:docMk/>
            <pc:sldMk cId="0" sldId="2147327723"/>
            <ac:spMk id="923" creationId="{00000000-0000-0000-0000-000000000000}"/>
          </ac:spMkLst>
        </pc:spChg>
        <pc:spChg chg="mod">
          <ac:chgData name="Reed Navara" userId="c24476df-5543-40c4-aff2-f9b37b4e2199" providerId="ADAL" clId="{DE4EBD87-7713-4937-BB2F-40F61ABFC847}" dt="2026-09-24T23:15:12.826" v="100" actId="1076"/>
          <ac:spMkLst>
            <pc:docMk/>
            <pc:sldMk cId="0" sldId="2147327723"/>
            <ac:spMk id="924" creationId="{00000000-0000-0000-0000-000000000000}"/>
          </ac:spMkLst>
        </pc:spChg>
        <pc:spChg chg="mod">
          <ac:chgData name="Reed Navara" userId="c24476df-5543-40c4-aff2-f9b37b4e2199" providerId="ADAL" clId="{DE4EBD87-7713-4937-BB2F-40F61ABFC847}" dt="2026-09-24T23:28:32.529" v="198" actId="20577"/>
          <ac:spMkLst>
            <pc:docMk/>
            <pc:sldMk cId="0" sldId="2147327723"/>
            <ac:spMk id="928" creationId="{00000000-0000-0000-0000-000000000000}"/>
          </ac:spMkLst>
        </pc:spChg>
        <pc:spChg chg="del mod">
          <ac:chgData name="Reed Navara" userId="c24476df-5543-40c4-aff2-f9b37b4e2199" providerId="ADAL" clId="{DE4EBD87-7713-4937-BB2F-40F61ABFC847}" dt="2026-09-24T23:28:51.721" v="200" actId="478"/>
          <ac:spMkLst>
            <pc:docMk/>
            <pc:sldMk cId="0" sldId="2147327723"/>
            <ac:spMk id="932" creationId="{00000000-0000-0000-0000-000000000000}"/>
          </ac:spMkLst>
        </pc:spChg>
        <pc:spChg chg="del">
          <ac:chgData name="Reed Navara" userId="c24476df-5543-40c4-aff2-f9b37b4e2199" providerId="ADAL" clId="{DE4EBD87-7713-4937-BB2F-40F61ABFC847}" dt="2026-09-24T23:29:27.208" v="227" actId="478"/>
          <ac:spMkLst>
            <pc:docMk/>
            <pc:sldMk cId="0" sldId="2147327723"/>
            <ac:spMk id="933" creationId="{00000000-0000-0000-0000-000000000000}"/>
          </ac:spMkLst>
        </pc:spChg>
        <pc:spChg chg="del">
          <ac:chgData name="Reed Navara" userId="c24476df-5543-40c4-aff2-f9b37b4e2199" providerId="ADAL" clId="{DE4EBD87-7713-4937-BB2F-40F61ABFC847}" dt="2026-09-24T23:29:25.318" v="226" actId="478"/>
          <ac:spMkLst>
            <pc:docMk/>
            <pc:sldMk cId="0" sldId="2147327723"/>
            <ac:spMk id="934" creationId="{00000000-0000-0000-0000-000000000000}"/>
          </ac:spMkLst>
        </pc:spChg>
        <pc:spChg chg="del">
          <ac:chgData name="Reed Navara" userId="c24476df-5543-40c4-aff2-f9b37b4e2199" providerId="ADAL" clId="{DE4EBD87-7713-4937-BB2F-40F61ABFC847}" dt="2026-09-24T23:28:55.539" v="201" actId="478"/>
          <ac:spMkLst>
            <pc:docMk/>
            <pc:sldMk cId="0" sldId="2147327723"/>
            <ac:spMk id="935" creationId="{00000000-0000-0000-0000-000000000000}"/>
          </ac:spMkLst>
        </pc:spChg>
        <pc:spChg chg="del">
          <ac:chgData name="Reed Navara" userId="c24476df-5543-40c4-aff2-f9b37b4e2199" providerId="ADAL" clId="{DE4EBD87-7713-4937-BB2F-40F61ABFC847}" dt="2026-09-24T23:28:58.888" v="205" actId="478"/>
          <ac:spMkLst>
            <pc:docMk/>
            <pc:sldMk cId="0" sldId="2147327723"/>
            <ac:spMk id="936" creationId="{00000000-0000-0000-0000-000000000000}"/>
          </ac:spMkLst>
        </pc:spChg>
        <pc:spChg chg="del">
          <ac:chgData name="Reed Navara" userId="c24476df-5543-40c4-aff2-f9b37b4e2199" providerId="ADAL" clId="{DE4EBD87-7713-4937-BB2F-40F61ABFC847}" dt="2026-09-24T23:28:55.539" v="201" actId="478"/>
          <ac:spMkLst>
            <pc:docMk/>
            <pc:sldMk cId="0" sldId="2147327723"/>
            <ac:spMk id="937" creationId="{00000000-0000-0000-0000-000000000000}"/>
          </ac:spMkLst>
        </pc:spChg>
        <pc:spChg chg="del mod">
          <ac:chgData name="Reed Navara" userId="c24476df-5543-40c4-aff2-f9b37b4e2199" providerId="ADAL" clId="{DE4EBD87-7713-4937-BB2F-40F61ABFC847}" dt="2026-09-24T23:29:00.029" v="206" actId="478"/>
          <ac:spMkLst>
            <pc:docMk/>
            <pc:sldMk cId="0" sldId="2147327723"/>
            <ac:spMk id="938" creationId="{00000000-0000-0000-0000-000000000000}"/>
          </ac:spMkLst>
        </pc:spChg>
        <pc:spChg chg="del">
          <ac:chgData name="Reed Navara" userId="c24476df-5543-40c4-aff2-f9b37b4e2199" providerId="ADAL" clId="{DE4EBD87-7713-4937-BB2F-40F61ABFC847}" dt="2026-09-24T23:28:55.539" v="201" actId="478"/>
          <ac:spMkLst>
            <pc:docMk/>
            <pc:sldMk cId="0" sldId="2147327723"/>
            <ac:spMk id="939" creationId="{00000000-0000-0000-0000-000000000000}"/>
          </ac:spMkLst>
        </pc:spChg>
        <pc:spChg chg="del mod">
          <ac:chgData name="Reed Navara" userId="c24476df-5543-40c4-aff2-f9b37b4e2199" providerId="ADAL" clId="{DE4EBD87-7713-4937-BB2F-40F61ABFC847}" dt="2026-09-24T23:28:57.065" v="203" actId="478"/>
          <ac:spMkLst>
            <pc:docMk/>
            <pc:sldMk cId="0" sldId="2147327723"/>
            <ac:spMk id="940" creationId="{00000000-0000-0000-0000-000000000000}"/>
          </ac:spMkLst>
        </pc:spChg>
        <pc:spChg chg="del mod">
          <ac:chgData name="Reed Navara" userId="c24476df-5543-40c4-aff2-f9b37b4e2199" providerId="ADAL" clId="{DE4EBD87-7713-4937-BB2F-40F61ABFC847}" dt="2026-09-24T15:41:40.284" v="68" actId="478"/>
          <ac:spMkLst>
            <pc:docMk/>
            <pc:sldMk cId="0" sldId="2147327723"/>
            <ac:spMk id="948" creationId="{00000000-0000-0000-0000-000000000000}"/>
          </ac:spMkLst>
        </pc:spChg>
        <pc:cxnChg chg="add mod">
          <ac:chgData name="Reed Navara" userId="c24476df-5543-40c4-aff2-f9b37b4e2199" providerId="ADAL" clId="{DE4EBD87-7713-4937-BB2F-40F61ABFC847}" dt="2026-09-24T23:15:39.985" v="103" actId="1076"/>
          <ac:cxnSpMkLst>
            <pc:docMk/>
            <pc:sldMk cId="0" sldId="2147327723"/>
            <ac:cxnSpMk id="6" creationId="{BEB60A8F-C93B-AC7B-D6D4-DCC85505D9A0}"/>
          </ac:cxnSpMkLst>
        </pc:cxnChg>
        <pc:cxnChg chg="add mod">
          <ac:chgData name="Reed Navara" userId="c24476df-5543-40c4-aff2-f9b37b4e2199" providerId="ADAL" clId="{DE4EBD87-7713-4937-BB2F-40F61ABFC847}" dt="2026-09-24T23:15:47.531" v="105" actId="1076"/>
          <ac:cxnSpMkLst>
            <pc:docMk/>
            <pc:sldMk cId="0" sldId="2147327723"/>
            <ac:cxnSpMk id="7" creationId="{2462D4BF-95F9-8B56-61ED-8C1DFDA4FC54}"/>
          </ac:cxnSpMkLst>
        </pc:cxnChg>
        <pc:cxnChg chg="mod">
          <ac:chgData name="Reed Navara" userId="c24476df-5543-40c4-aff2-f9b37b4e2199" providerId="ADAL" clId="{DE4EBD87-7713-4937-BB2F-40F61ABFC847}" dt="2026-09-24T23:29:05.016" v="207" actId="1076"/>
          <ac:cxnSpMkLst>
            <pc:docMk/>
            <pc:sldMk cId="0" sldId="2147327723"/>
            <ac:cxnSpMk id="912" creationId="{00000000-0000-0000-0000-000000000000}"/>
          </ac:cxnSpMkLst>
        </pc:cxnChg>
      </pc:sldChg>
      <pc:sldChg chg="delSp modSp add mod ord">
        <pc:chgData name="Reed Navara" userId="c24476df-5543-40c4-aff2-f9b37b4e2199" providerId="ADAL" clId="{DE4EBD87-7713-4937-BB2F-40F61ABFC847}" dt="2026-09-24T23:47:40.576" v="414" actId="20577"/>
        <pc:sldMkLst>
          <pc:docMk/>
          <pc:sldMk cId="0" sldId="2147327724"/>
        </pc:sldMkLst>
        <pc:spChg chg="mod">
          <ac:chgData name="Reed Navara" userId="c24476df-5543-40c4-aff2-f9b37b4e2199" providerId="ADAL" clId="{DE4EBD87-7713-4937-BB2F-40F61ABFC847}" dt="2026-09-24T15:35:50.223" v="59" actId="20577"/>
          <ac:spMkLst>
            <pc:docMk/>
            <pc:sldMk cId="0" sldId="2147327724"/>
            <ac:spMk id="2" creationId="{00000000-0000-0000-0000-000000000000}"/>
          </ac:spMkLst>
        </pc:spChg>
        <pc:spChg chg="del mod">
          <ac:chgData name="Reed Navara" userId="c24476df-5543-40c4-aff2-f9b37b4e2199" providerId="ADAL" clId="{DE4EBD87-7713-4937-BB2F-40F61ABFC847}" dt="2026-09-24T15:35:57.631" v="61" actId="478"/>
          <ac:spMkLst>
            <pc:docMk/>
            <pc:sldMk cId="0" sldId="2147327724"/>
            <ac:spMk id="901" creationId="{00000000-0000-0000-0000-000000000000}"/>
          </ac:spMkLst>
        </pc:spChg>
        <pc:spChg chg="del mod">
          <ac:chgData name="Reed Navara" userId="c24476df-5543-40c4-aff2-f9b37b4e2199" providerId="ADAL" clId="{DE4EBD87-7713-4937-BB2F-40F61ABFC847}" dt="2026-09-24T23:46:30.121" v="367" actId="20577"/>
          <ac:spMkLst>
            <pc:docMk/>
            <pc:sldMk cId="0" sldId="2147327724"/>
            <ac:spMk id="902" creationId="{00000000-0000-0000-0000-000000000000}"/>
          </ac:spMkLst>
        </pc:spChg>
        <pc:spChg chg="mod">
          <ac:chgData name="Reed Navara" userId="c24476df-5543-40c4-aff2-f9b37b4e2199" providerId="ADAL" clId="{DE4EBD87-7713-4937-BB2F-40F61ABFC847}" dt="2026-09-24T23:46:40.616" v="373" actId="20577"/>
          <ac:spMkLst>
            <pc:docMk/>
            <pc:sldMk cId="0" sldId="2147327724"/>
            <ac:spMk id="908" creationId="{00000000-0000-0000-0000-000000000000}"/>
          </ac:spMkLst>
        </pc:spChg>
        <pc:spChg chg="mod">
          <ac:chgData name="Reed Navara" userId="c24476df-5543-40c4-aff2-f9b37b4e2199" providerId="ADAL" clId="{DE4EBD87-7713-4937-BB2F-40F61ABFC847}" dt="2026-09-24T15:36:10.817" v="63" actId="14100"/>
          <ac:spMkLst>
            <pc:docMk/>
            <pc:sldMk cId="0" sldId="2147327724"/>
            <ac:spMk id="911" creationId="{00000000-0000-0000-0000-000000000000}"/>
          </ac:spMkLst>
        </pc:spChg>
        <pc:spChg chg="mod">
          <ac:chgData name="Reed Navara" userId="c24476df-5543-40c4-aff2-f9b37b4e2199" providerId="ADAL" clId="{DE4EBD87-7713-4937-BB2F-40F61ABFC847}" dt="2026-09-24T23:17:03.568" v="168" actId="20577"/>
          <ac:spMkLst>
            <pc:docMk/>
            <pc:sldMk cId="0" sldId="2147327724"/>
            <ac:spMk id="916" creationId="{00000000-0000-0000-0000-000000000000}"/>
          </ac:spMkLst>
        </pc:spChg>
        <pc:spChg chg="mod">
          <ac:chgData name="Reed Navara" userId="c24476df-5543-40c4-aff2-f9b37b4e2199" providerId="ADAL" clId="{DE4EBD87-7713-4937-BB2F-40F61ABFC847}" dt="2026-09-24T23:17:00.333" v="166" actId="20577"/>
          <ac:spMkLst>
            <pc:docMk/>
            <pc:sldMk cId="0" sldId="2147327724"/>
            <ac:spMk id="917" creationId="{00000000-0000-0000-0000-000000000000}"/>
          </ac:spMkLst>
        </pc:spChg>
        <pc:spChg chg="mod">
          <ac:chgData name="Reed Navara" userId="c24476df-5543-40c4-aff2-f9b37b4e2199" providerId="ADAL" clId="{DE4EBD87-7713-4937-BB2F-40F61ABFC847}" dt="2026-09-24T23:17:07.239" v="170" actId="20577"/>
          <ac:spMkLst>
            <pc:docMk/>
            <pc:sldMk cId="0" sldId="2147327724"/>
            <ac:spMk id="918" creationId="{00000000-0000-0000-0000-000000000000}"/>
          </ac:spMkLst>
        </pc:spChg>
        <pc:spChg chg="mod">
          <ac:chgData name="Reed Navara" userId="c24476df-5543-40c4-aff2-f9b37b4e2199" providerId="ADAL" clId="{DE4EBD87-7713-4937-BB2F-40F61ABFC847}" dt="2026-09-24T23:16:37.639" v="133" actId="20577"/>
          <ac:spMkLst>
            <pc:docMk/>
            <pc:sldMk cId="0" sldId="2147327724"/>
            <ac:spMk id="919" creationId="{00000000-0000-0000-0000-000000000000}"/>
          </ac:spMkLst>
        </pc:spChg>
        <pc:spChg chg="mod">
          <ac:chgData name="Reed Navara" userId="c24476df-5543-40c4-aff2-f9b37b4e2199" providerId="ADAL" clId="{DE4EBD87-7713-4937-BB2F-40F61ABFC847}" dt="2026-09-24T23:16:51.954" v="164" actId="20577"/>
          <ac:spMkLst>
            <pc:docMk/>
            <pc:sldMk cId="0" sldId="2147327724"/>
            <ac:spMk id="921" creationId="{00000000-0000-0000-0000-000000000000}"/>
          </ac:spMkLst>
        </pc:spChg>
        <pc:spChg chg="del mod">
          <ac:chgData name="Reed Navara" userId="c24476df-5543-40c4-aff2-f9b37b4e2199" providerId="ADAL" clId="{DE4EBD87-7713-4937-BB2F-40F61ABFC847}" dt="2026-09-24T23:44:33.729" v="278" actId="20577"/>
          <ac:spMkLst>
            <pc:docMk/>
            <pc:sldMk cId="0" sldId="2147327724"/>
            <ac:spMk id="924" creationId="{00000000-0000-0000-0000-000000000000}"/>
          </ac:spMkLst>
        </pc:spChg>
        <pc:spChg chg="mod">
          <ac:chgData name="Reed Navara" userId="c24476df-5543-40c4-aff2-f9b37b4e2199" providerId="ADAL" clId="{DE4EBD87-7713-4937-BB2F-40F61ABFC847}" dt="2026-09-24T23:44:45.716" v="306" actId="20577"/>
          <ac:spMkLst>
            <pc:docMk/>
            <pc:sldMk cId="0" sldId="2147327724"/>
            <ac:spMk id="926" creationId="{00000000-0000-0000-0000-000000000000}"/>
          </ac:spMkLst>
        </pc:spChg>
        <pc:spChg chg="mod">
          <ac:chgData name="Reed Navara" userId="c24476df-5543-40c4-aff2-f9b37b4e2199" providerId="ADAL" clId="{DE4EBD87-7713-4937-BB2F-40F61ABFC847}" dt="2026-09-24T23:47:40.576" v="414" actId="20577"/>
          <ac:spMkLst>
            <pc:docMk/>
            <pc:sldMk cId="0" sldId="2147327724"/>
            <ac:spMk id="928" creationId="{00000000-0000-0000-0000-000000000000}"/>
          </ac:spMkLst>
        </pc:spChg>
        <pc:spChg chg="del">
          <ac:chgData name="Reed Navara" userId="c24476df-5543-40c4-aff2-f9b37b4e2199" providerId="ADAL" clId="{DE4EBD87-7713-4937-BB2F-40F61ABFC847}" dt="2026-09-24T15:36:01.676" v="62" actId="478"/>
          <ac:spMkLst>
            <pc:docMk/>
            <pc:sldMk cId="0" sldId="2147327724"/>
            <ac:spMk id="931"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8712200" cy="5667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11387138" y="0"/>
            <a:ext cx="8712200" cy="566738"/>
          </a:xfrm>
          <a:prstGeom prst="rect">
            <a:avLst/>
          </a:prstGeom>
        </p:spPr>
        <p:txBody>
          <a:bodyPr vert="horz" lIns="91440" tIns="45720" rIns="91440" bIns="45720" rtlCol="0"/>
          <a:lstStyle>
            <a:lvl1pPr algn="r">
              <a:defRPr sz="1200"/>
            </a:lvl1pPr>
          </a:lstStyle>
          <a:p>
            <a:fld id="{4ACD3FFB-ECF6-4148-B895-0C2C3FEFEFBE}" type="datetimeFigureOut">
              <a:rPr lang="en-US" smtClean="0"/>
              <a:t>9/24/2026</a:t>
            </a:fld>
            <a:endParaRPr lang="en-US"/>
          </a:p>
        </p:txBody>
      </p:sp>
      <p:sp>
        <p:nvSpPr>
          <p:cNvPr id="4" name="Slide Image Placeholder 3"/>
          <p:cNvSpPr>
            <a:spLocks noGrp="1" noRot="1" noChangeAspect="1"/>
          </p:cNvSpPr>
          <p:nvPr>
            <p:ph type="sldImg" idx="2"/>
          </p:nvPr>
        </p:nvSpPr>
        <p:spPr>
          <a:xfrm>
            <a:off x="6659563" y="1414463"/>
            <a:ext cx="6784975" cy="38163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2009775" y="5441950"/>
            <a:ext cx="16084550" cy="445452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742613"/>
            <a:ext cx="8712200" cy="56673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11387138" y="10742613"/>
            <a:ext cx="8712200" cy="566737"/>
          </a:xfrm>
          <a:prstGeom prst="rect">
            <a:avLst/>
          </a:prstGeom>
        </p:spPr>
        <p:txBody>
          <a:bodyPr vert="horz" lIns="91440" tIns="45720" rIns="91440" bIns="45720" rtlCol="0" anchor="b"/>
          <a:lstStyle>
            <a:lvl1pPr algn="r">
              <a:defRPr sz="1200"/>
            </a:lvl1pPr>
          </a:lstStyle>
          <a:p>
            <a:fld id="{AFA6CCB5-C92D-914A-9E84-276068BE1574}" type="slidenum">
              <a:rPr lang="en-US" smtClean="0"/>
              <a:t>‹#›</a:t>
            </a:fld>
            <a:endParaRPr lang="en-US"/>
          </a:p>
        </p:txBody>
      </p:sp>
    </p:spTree>
    <p:extLst>
      <p:ext uri="{BB962C8B-B14F-4D97-AF65-F5344CB8AC3E}">
        <p14:creationId xmlns:p14="http://schemas.microsoft.com/office/powerpoint/2010/main" val="9009778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90 seconds.</a:t>
            </a:r>
          </a:p>
          <a:p>
            <a:r>
              <a:t>Top row is the load.</a:t>
            </a:r>
          </a:p>
          <a:p>
            <a:r>
              <a:t>The bottom is how we report on it. Extra SQL run by hand, three spreadsheets rebuilt every cycle, then email and files. OriginBA cannot be relied on when error volume is high.</a:t>
            </a:r>
          </a:p>
          <a:p>
            <a:r>
              <a:t>Three costs: about 8 hours every week, versions drift between us and the client, and nothing is kept from one cycle to the next.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90 seconds.</a:t>
            </a:r>
          </a:p>
          <a:p>
            <a:r>
              <a:t>OriginDX and OriginJS move into the app. The client uploads and runs pre-load checks there, and the load jobs start from the same place.</a:t>
            </a:r>
          </a:p>
          <a:p>
            <a:r>
              <a:t>DataVergence Code validates and loads to OriginCIS. At the end of every load a snapshot saves automatically in the client's own database, and the app reads it.</a:t>
            </a:r>
          </a:p>
          <a:p>
            <a:r>
              <a:t>OriginBA, the extra SQL by hand, the spreadsheets and the email step drop out. Origin and the client see the same numbers on the same day, and every cycle is kept side by side.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Blue">
    <p:bg>
      <p:bgPr>
        <a:blipFill dpi="0" rotWithShape="1">
          <a:blip r:embed="rId2">
            <a:lum/>
          </a:blip>
          <a:srcRect/>
          <a:stretch>
            <a:fillRect l="-6000" r="-6000"/>
          </a:stretch>
        </a:blip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945294" y="4283075"/>
            <a:ext cx="11593156" cy="3118468"/>
          </a:xfrm>
          <a:prstGeom prst="rect">
            <a:avLst/>
          </a:prstGeom>
        </p:spPr>
        <p:txBody>
          <a:bodyPr lIns="0" tIns="0" rIns="0" bIns="0"/>
          <a:lstStyle>
            <a:lvl1pPr>
              <a:lnSpc>
                <a:spcPts val="11000"/>
              </a:lnSpc>
              <a:defRPr sz="11000" b="0" i="0">
                <a:solidFill>
                  <a:schemeClr val="bg1"/>
                </a:solidFill>
                <a:latin typeface="Delight Medium" pitchFamily="2" charset="77"/>
                <a:cs typeface="Delight Medium" pitchFamily="2" charset="77"/>
              </a:defRPr>
            </a:lvl1pPr>
          </a:lstStyle>
          <a:p>
            <a:r>
              <a:rPr lang="en-US"/>
              <a:t>Click to edit Master title style</a:t>
            </a:r>
            <a:endParaRPr/>
          </a:p>
        </p:txBody>
      </p:sp>
      <p:sp>
        <p:nvSpPr>
          <p:cNvPr id="7" name="object 4">
            <a:extLst>
              <a:ext uri="{FF2B5EF4-FFF2-40B4-BE49-F238E27FC236}">
                <a16:creationId xmlns:a16="http://schemas.microsoft.com/office/drawing/2014/main" id="{D281A33B-1B20-5C81-E2D2-260E685F51E0}"/>
              </a:ext>
            </a:extLst>
          </p:cNvPr>
          <p:cNvSpPr txBox="1"/>
          <p:nvPr userDrawn="1"/>
        </p:nvSpPr>
        <p:spPr>
          <a:xfrm>
            <a:off x="744693" y="676911"/>
            <a:ext cx="1344295" cy="190437"/>
          </a:xfrm>
          <a:prstGeom prst="rect">
            <a:avLst/>
          </a:prstGeom>
        </p:spPr>
        <p:txBody>
          <a:bodyPr vert="horz" wrap="none" lIns="0" tIns="13335" rIns="0" bIns="0" rtlCol="0">
            <a:spAutoFit/>
          </a:bodyPr>
          <a:lstStyle/>
          <a:p>
            <a:pPr marL="12700">
              <a:lnSpc>
                <a:spcPct val="100000"/>
              </a:lnSpc>
              <a:spcBef>
                <a:spcPts val="105"/>
              </a:spcBef>
            </a:pPr>
            <a:r>
              <a:rPr sz="1150" b="1" i="0" spc="130">
                <a:solidFill>
                  <a:srgbClr val="F5EFE8"/>
                </a:solidFill>
                <a:latin typeface="Delight Semi Bold" pitchFamily="2" charset="77"/>
                <a:cs typeface="Delight-SemiBold"/>
              </a:rPr>
              <a:t>ORIGIN</a:t>
            </a:r>
            <a:r>
              <a:rPr sz="1150" b="1" i="0" spc="350">
                <a:solidFill>
                  <a:srgbClr val="F5EFE8"/>
                </a:solidFill>
                <a:latin typeface="Delight Semi Bold" pitchFamily="2" charset="77"/>
                <a:cs typeface="Delight-SemiBold"/>
              </a:rPr>
              <a:t> </a:t>
            </a:r>
            <a:r>
              <a:rPr sz="1150" b="1" i="0" spc="130">
                <a:solidFill>
                  <a:srgbClr val="F5EFE8"/>
                </a:solidFill>
                <a:latin typeface="Delight Semi Bold" pitchFamily="2" charset="77"/>
                <a:cs typeface="Delight-SemiBold"/>
              </a:rPr>
              <a:t>UTILIT</a:t>
            </a:r>
            <a:r>
              <a:rPr sz="1150" b="1" i="0" spc="-30">
                <a:solidFill>
                  <a:srgbClr val="F5EFE8"/>
                </a:solidFill>
                <a:latin typeface="Delight Semi Bold" pitchFamily="2" charset="77"/>
                <a:cs typeface="Delight-SemiBold"/>
              </a:rPr>
              <a:t> </a:t>
            </a:r>
            <a:r>
              <a:rPr sz="1150" b="1" i="0" spc="-50">
                <a:solidFill>
                  <a:srgbClr val="F5EFE8"/>
                </a:solidFill>
                <a:latin typeface="Delight Semi Bold" pitchFamily="2" charset="77"/>
                <a:cs typeface="Delight-SemiBold"/>
              </a:rPr>
              <a:t>Y</a:t>
            </a:r>
            <a:endParaRPr sz="1150" b="1" i="0">
              <a:latin typeface="Delight Semi Bold" pitchFamily="2" charset="77"/>
              <a:cs typeface="Delight-SemiBold"/>
            </a:endParaRPr>
          </a:p>
        </p:txBody>
      </p:sp>
      <p:sp>
        <p:nvSpPr>
          <p:cNvPr id="10" name="object 7">
            <a:extLst>
              <a:ext uri="{FF2B5EF4-FFF2-40B4-BE49-F238E27FC236}">
                <a16:creationId xmlns:a16="http://schemas.microsoft.com/office/drawing/2014/main" id="{581AB839-9041-55C6-23FC-846A3E706A5D}"/>
              </a:ext>
            </a:extLst>
          </p:cNvPr>
          <p:cNvSpPr/>
          <p:nvPr userDrawn="1"/>
        </p:nvSpPr>
        <p:spPr>
          <a:xfrm>
            <a:off x="18324083" y="669925"/>
            <a:ext cx="1057910" cy="488950"/>
          </a:xfrm>
          <a:custGeom>
            <a:avLst/>
            <a:gdLst/>
            <a:ahLst/>
            <a:cxnLst/>
            <a:rect l="l" t="t" r="r" b="b"/>
            <a:pathLst>
              <a:path w="1057909" h="488950">
                <a:moveTo>
                  <a:pt x="984075" y="396998"/>
                </a:moveTo>
                <a:lnTo>
                  <a:pt x="274456" y="396998"/>
                </a:lnTo>
                <a:lnTo>
                  <a:pt x="282011" y="397483"/>
                </a:lnTo>
                <a:lnTo>
                  <a:pt x="289417" y="399428"/>
                </a:lnTo>
                <a:lnTo>
                  <a:pt x="339308" y="416752"/>
                </a:lnTo>
                <a:lnTo>
                  <a:pt x="416480" y="440139"/>
                </a:lnTo>
                <a:lnTo>
                  <a:pt x="462744" y="452293"/>
                </a:lnTo>
                <a:lnTo>
                  <a:pt x="512767" y="463786"/>
                </a:lnTo>
                <a:lnTo>
                  <a:pt x="565526" y="473895"/>
                </a:lnTo>
                <a:lnTo>
                  <a:pt x="620002" y="481893"/>
                </a:lnTo>
                <a:lnTo>
                  <a:pt x="675173" y="487055"/>
                </a:lnTo>
                <a:lnTo>
                  <a:pt x="730019" y="488656"/>
                </a:lnTo>
                <a:lnTo>
                  <a:pt x="783518" y="485971"/>
                </a:lnTo>
                <a:lnTo>
                  <a:pt x="834651" y="478275"/>
                </a:lnTo>
                <a:lnTo>
                  <a:pt x="882395" y="464842"/>
                </a:lnTo>
                <a:lnTo>
                  <a:pt x="925731" y="444948"/>
                </a:lnTo>
                <a:lnTo>
                  <a:pt x="963637" y="417867"/>
                </a:lnTo>
                <a:lnTo>
                  <a:pt x="984075" y="396998"/>
                </a:lnTo>
                <a:close/>
              </a:path>
              <a:path w="1057909" h="488950">
                <a:moveTo>
                  <a:pt x="327476" y="0"/>
                </a:moveTo>
                <a:lnTo>
                  <a:pt x="273977" y="2684"/>
                </a:lnTo>
                <a:lnTo>
                  <a:pt x="222845" y="10380"/>
                </a:lnTo>
                <a:lnTo>
                  <a:pt x="175102" y="23813"/>
                </a:lnTo>
                <a:lnTo>
                  <a:pt x="131767" y="43707"/>
                </a:lnTo>
                <a:lnTo>
                  <a:pt x="93863" y="70789"/>
                </a:lnTo>
                <a:lnTo>
                  <a:pt x="51623" y="113915"/>
                </a:lnTo>
                <a:lnTo>
                  <a:pt x="22677" y="156023"/>
                </a:lnTo>
                <a:lnTo>
                  <a:pt x="5858" y="197339"/>
                </a:lnTo>
                <a:lnTo>
                  <a:pt x="0" y="238092"/>
                </a:lnTo>
                <a:lnTo>
                  <a:pt x="3935" y="278510"/>
                </a:lnTo>
                <a:lnTo>
                  <a:pt x="16498" y="318820"/>
                </a:lnTo>
                <a:lnTo>
                  <a:pt x="36521" y="359250"/>
                </a:lnTo>
                <a:lnTo>
                  <a:pt x="62838" y="400029"/>
                </a:lnTo>
                <a:lnTo>
                  <a:pt x="94282" y="441385"/>
                </a:lnTo>
                <a:lnTo>
                  <a:pt x="128614" y="456080"/>
                </a:lnTo>
                <a:lnTo>
                  <a:pt x="141306" y="452829"/>
                </a:lnTo>
                <a:lnTo>
                  <a:pt x="259690" y="400381"/>
                </a:lnTo>
                <a:lnTo>
                  <a:pt x="266949" y="397967"/>
                </a:lnTo>
                <a:lnTo>
                  <a:pt x="274456" y="396998"/>
                </a:lnTo>
                <a:lnTo>
                  <a:pt x="984075" y="396998"/>
                </a:lnTo>
                <a:lnTo>
                  <a:pt x="987902" y="393091"/>
                </a:lnTo>
                <a:lnTo>
                  <a:pt x="853329" y="393091"/>
                </a:lnTo>
                <a:lnTo>
                  <a:pt x="804263" y="389851"/>
                </a:lnTo>
                <a:lnTo>
                  <a:pt x="749241" y="381272"/>
                </a:lnTo>
                <a:lnTo>
                  <a:pt x="698489" y="370377"/>
                </a:lnTo>
                <a:lnTo>
                  <a:pt x="282074" y="370377"/>
                </a:lnTo>
                <a:lnTo>
                  <a:pt x="165975" y="266089"/>
                </a:lnTo>
                <a:lnTo>
                  <a:pt x="135315" y="228263"/>
                </a:lnTo>
                <a:lnTo>
                  <a:pt x="114544" y="194584"/>
                </a:lnTo>
                <a:lnTo>
                  <a:pt x="106070" y="164302"/>
                </a:lnTo>
                <a:lnTo>
                  <a:pt x="112303" y="136665"/>
                </a:lnTo>
                <a:lnTo>
                  <a:pt x="135652" y="110923"/>
                </a:lnTo>
                <a:lnTo>
                  <a:pt x="163993" y="99116"/>
                </a:lnTo>
                <a:lnTo>
                  <a:pt x="204165" y="95560"/>
                </a:lnTo>
                <a:lnTo>
                  <a:pt x="999134" y="95560"/>
                </a:lnTo>
                <a:lnTo>
                  <a:pt x="996615" y="91657"/>
                </a:lnTo>
                <a:lnTo>
                  <a:pt x="783036" y="91657"/>
                </a:lnTo>
                <a:lnTo>
                  <a:pt x="775479" y="91173"/>
                </a:lnTo>
                <a:lnTo>
                  <a:pt x="768073" y="89228"/>
                </a:lnTo>
                <a:lnTo>
                  <a:pt x="747050" y="81686"/>
                </a:lnTo>
                <a:lnTo>
                  <a:pt x="718185" y="71903"/>
                </a:lnTo>
                <a:lnTo>
                  <a:pt x="641015" y="48516"/>
                </a:lnTo>
                <a:lnTo>
                  <a:pt x="594750" y="36363"/>
                </a:lnTo>
                <a:lnTo>
                  <a:pt x="544728" y="24869"/>
                </a:lnTo>
                <a:lnTo>
                  <a:pt x="491969" y="14761"/>
                </a:lnTo>
                <a:lnTo>
                  <a:pt x="437493" y="6763"/>
                </a:lnTo>
                <a:lnTo>
                  <a:pt x="382322" y="1601"/>
                </a:lnTo>
                <a:lnTo>
                  <a:pt x="327476" y="0"/>
                </a:lnTo>
                <a:close/>
              </a:path>
              <a:path w="1057909" h="488950">
                <a:moveTo>
                  <a:pt x="1013794" y="118278"/>
                </a:moveTo>
                <a:lnTo>
                  <a:pt x="775415" y="118278"/>
                </a:lnTo>
                <a:lnTo>
                  <a:pt x="788148" y="118739"/>
                </a:lnTo>
                <a:lnTo>
                  <a:pt x="800076" y="123202"/>
                </a:lnTo>
                <a:lnTo>
                  <a:pt x="891522" y="222562"/>
                </a:lnTo>
                <a:lnTo>
                  <a:pt x="922183" y="260388"/>
                </a:lnTo>
                <a:lnTo>
                  <a:pt x="942954" y="294068"/>
                </a:lnTo>
                <a:lnTo>
                  <a:pt x="951426" y="324352"/>
                </a:lnTo>
                <a:lnTo>
                  <a:pt x="945190" y="351990"/>
                </a:lnTo>
                <a:lnTo>
                  <a:pt x="921838" y="377732"/>
                </a:lnTo>
                <a:lnTo>
                  <a:pt x="893500" y="389537"/>
                </a:lnTo>
                <a:lnTo>
                  <a:pt x="853329" y="393091"/>
                </a:lnTo>
                <a:lnTo>
                  <a:pt x="987902" y="393091"/>
                </a:lnTo>
                <a:lnTo>
                  <a:pt x="1005874" y="374740"/>
                </a:lnTo>
                <a:lnTo>
                  <a:pt x="1034818" y="332632"/>
                </a:lnTo>
                <a:lnTo>
                  <a:pt x="1051636" y="291316"/>
                </a:lnTo>
                <a:lnTo>
                  <a:pt x="1057493" y="250563"/>
                </a:lnTo>
                <a:lnTo>
                  <a:pt x="1053557" y="210146"/>
                </a:lnTo>
                <a:lnTo>
                  <a:pt x="1040996" y="169836"/>
                </a:lnTo>
                <a:lnTo>
                  <a:pt x="1020974" y="129405"/>
                </a:lnTo>
                <a:lnTo>
                  <a:pt x="1013794" y="118278"/>
                </a:lnTo>
                <a:close/>
              </a:path>
              <a:path w="1057909" h="488950">
                <a:moveTo>
                  <a:pt x="443085" y="297108"/>
                </a:moveTo>
                <a:lnTo>
                  <a:pt x="435384" y="298345"/>
                </a:lnTo>
                <a:lnTo>
                  <a:pt x="427989" y="301106"/>
                </a:lnTo>
                <a:lnTo>
                  <a:pt x="294579" y="366633"/>
                </a:lnTo>
                <a:lnTo>
                  <a:pt x="282074" y="370377"/>
                </a:lnTo>
                <a:lnTo>
                  <a:pt x="698489" y="370377"/>
                </a:lnTo>
                <a:lnTo>
                  <a:pt x="691199" y="368812"/>
                </a:lnTo>
                <a:lnTo>
                  <a:pt x="633077" y="353928"/>
                </a:lnTo>
                <a:lnTo>
                  <a:pt x="577813" y="338075"/>
                </a:lnTo>
                <a:lnTo>
                  <a:pt x="528343" y="322710"/>
                </a:lnTo>
                <a:lnTo>
                  <a:pt x="487607" y="309291"/>
                </a:lnTo>
                <a:lnTo>
                  <a:pt x="458543" y="299274"/>
                </a:lnTo>
                <a:lnTo>
                  <a:pt x="450877" y="297412"/>
                </a:lnTo>
                <a:lnTo>
                  <a:pt x="443085" y="297108"/>
                </a:lnTo>
                <a:close/>
              </a:path>
              <a:path w="1057909" h="488950">
                <a:moveTo>
                  <a:pt x="999134" y="95560"/>
                </a:moveTo>
                <a:lnTo>
                  <a:pt x="204165" y="95560"/>
                </a:lnTo>
                <a:lnTo>
                  <a:pt x="253231" y="98800"/>
                </a:lnTo>
                <a:lnTo>
                  <a:pt x="308254" y="107379"/>
                </a:lnTo>
                <a:lnTo>
                  <a:pt x="366294" y="119839"/>
                </a:lnTo>
                <a:lnTo>
                  <a:pt x="424415" y="134725"/>
                </a:lnTo>
                <a:lnTo>
                  <a:pt x="479679" y="150579"/>
                </a:lnTo>
                <a:lnTo>
                  <a:pt x="529147" y="165944"/>
                </a:lnTo>
                <a:lnTo>
                  <a:pt x="569883" y="179364"/>
                </a:lnTo>
                <a:lnTo>
                  <a:pt x="598947" y="189382"/>
                </a:lnTo>
                <a:lnTo>
                  <a:pt x="606619" y="191244"/>
                </a:lnTo>
                <a:lnTo>
                  <a:pt x="614412" y="191547"/>
                </a:lnTo>
                <a:lnTo>
                  <a:pt x="622112" y="190306"/>
                </a:lnTo>
                <a:lnTo>
                  <a:pt x="629501" y="187539"/>
                </a:lnTo>
                <a:lnTo>
                  <a:pt x="762911" y="122023"/>
                </a:lnTo>
                <a:lnTo>
                  <a:pt x="775415" y="118278"/>
                </a:lnTo>
                <a:lnTo>
                  <a:pt x="1013794" y="118278"/>
                </a:lnTo>
                <a:lnTo>
                  <a:pt x="999134" y="95560"/>
                </a:lnTo>
                <a:close/>
              </a:path>
              <a:path w="1057909" h="488950">
                <a:moveTo>
                  <a:pt x="928878" y="32576"/>
                </a:moveTo>
                <a:lnTo>
                  <a:pt x="916183" y="35826"/>
                </a:lnTo>
                <a:lnTo>
                  <a:pt x="797810" y="88275"/>
                </a:lnTo>
                <a:lnTo>
                  <a:pt x="790546" y="90688"/>
                </a:lnTo>
                <a:lnTo>
                  <a:pt x="783036" y="91657"/>
                </a:lnTo>
                <a:lnTo>
                  <a:pt x="996615" y="91657"/>
                </a:lnTo>
                <a:lnTo>
                  <a:pt x="994659" y="88626"/>
                </a:lnTo>
                <a:lnTo>
                  <a:pt x="963219" y="47271"/>
                </a:lnTo>
                <a:lnTo>
                  <a:pt x="953422" y="38553"/>
                </a:lnTo>
                <a:lnTo>
                  <a:pt x="941633" y="33570"/>
                </a:lnTo>
                <a:lnTo>
                  <a:pt x="928878" y="32576"/>
                </a:lnTo>
                <a:close/>
              </a:path>
            </a:pathLst>
          </a:custGeom>
          <a:solidFill>
            <a:srgbClr val="F5EFE8"/>
          </a:solidFill>
        </p:spPr>
        <p:txBody>
          <a:bodyPr wrap="square" lIns="0" tIns="0" rIns="0" bIns="0" rtlCol="0"/>
          <a:lstStyle/>
          <a:p>
            <a:endParaRPr b="1" i="0">
              <a:latin typeface="Delight Semi Bold" pitchFamily="2" charset="77"/>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blipFill dpi="0" rotWithShape="1">
          <a:blip r:embed="rId2">
            <a:lum/>
          </a:blip>
          <a:srcRect/>
          <a:stretch>
            <a:fillRect l="-6000" r="-6000"/>
          </a:stretch>
        </a:blip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761789" y="1291981"/>
            <a:ext cx="11593156" cy="1505194"/>
          </a:xfrm>
          <a:prstGeom prst="rect">
            <a:avLst/>
          </a:prstGeom>
        </p:spPr>
        <p:txBody>
          <a:bodyPr lIns="0" tIns="0" rIns="0" bIns="0"/>
          <a:lstStyle>
            <a:lvl1pPr>
              <a:lnSpc>
                <a:spcPts val="11000"/>
              </a:lnSpc>
              <a:defRPr sz="8000" b="0" i="0">
                <a:solidFill>
                  <a:schemeClr val="bg1"/>
                </a:solidFill>
                <a:latin typeface="Delight Medium" pitchFamily="2" charset="77"/>
                <a:cs typeface="Delight Medium" pitchFamily="2" charset="77"/>
              </a:defRPr>
            </a:lvl1pPr>
          </a:lstStyle>
          <a:p>
            <a:r>
              <a:rPr lang="en-US"/>
              <a:t>Click to edit Master title style</a:t>
            </a:r>
            <a:endParaRPr/>
          </a:p>
        </p:txBody>
      </p:sp>
      <p:sp>
        <p:nvSpPr>
          <p:cNvPr id="6" name="object 3">
            <a:extLst>
              <a:ext uri="{FF2B5EF4-FFF2-40B4-BE49-F238E27FC236}">
                <a16:creationId xmlns:a16="http://schemas.microsoft.com/office/drawing/2014/main" id="{8D0D04F6-CE8F-4B3D-254C-16C3EA7CEFE5}"/>
              </a:ext>
            </a:extLst>
          </p:cNvPr>
          <p:cNvSpPr txBox="1"/>
          <p:nvPr userDrawn="1"/>
        </p:nvSpPr>
        <p:spPr>
          <a:xfrm>
            <a:off x="709791" y="10379138"/>
            <a:ext cx="823594" cy="190437"/>
          </a:xfrm>
          <a:prstGeom prst="rect">
            <a:avLst/>
          </a:prstGeom>
        </p:spPr>
        <p:txBody>
          <a:bodyPr vert="horz" wrap="square" lIns="0" tIns="13335" rIns="0" bIns="0" rtlCol="0">
            <a:spAutoFit/>
          </a:bodyPr>
          <a:lstStyle/>
          <a:p>
            <a:pPr marL="12700">
              <a:lnSpc>
                <a:spcPct val="100000"/>
              </a:lnSpc>
              <a:spcBef>
                <a:spcPts val="105"/>
              </a:spcBef>
            </a:pPr>
            <a:r>
              <a:rPr lang="en-US" sz="1150" b="1" i="0" spc="105">
                <a:solidFill>
                  <a:srgbClr val="F5EFE8"/>
                </a:solidFill>
                <a:latin typeface="Delight Semi Bold" pitchFamily="2" charset="77"/>
                <a:cs typeface="Delight-SemiBold"/>
              </a:rPr>
              <a:t>AGENDA</a:t>
            </a:r>
            <a:endParaRPr sz="1150" b="1" i="0">
              <a:latin typeface="Delight Semi Bold" pitchFamily="2" charset="77"/>
              <a:cs typeface="Delight-SemiBold"/>
            </a:endParaRPr>
          </a:p>
        </p:txBody>
      </p:sp>
      <p:sp>
        <p:nvSpPr>
          <p:cNvPr id="7" name="object 4">
            <a:extLst>
              <a:ext uri="{FF2B5EF4-FFF2-40B4-BE49-F238E27FC236}">
                <a16:creationId xmlns:a16="http://schemas.microsoft.com/office/drawing/2014/main" id="{D281A33B-1B20-5C81-E2D2-260E685F51E0}"/>
              </a:ext>
            </a:extLst>
          </p:cNvPr>
          <p:cNvSpPr txBox="1"/>
          <p:nvPr userDrawn="1"/>
        </p:nvSpPr>
        <p:spPr>
          <a:xfrm>
            <a:off x="744693" y="676911"/>
            <a:ext cx="1344295" cy="190437"/>
          </a:xfrm>
          <a:prstGeom prst="rect">
            <a:avLst/>
          </a:prstGeom>
        </p:spPr>
        <p:txBody>
          <a:bodyPr vert="horz" wrap="none" lIns="0" tIns="13335" rIns="0" bIns="0" rtlCol="0">
            <a:spAutoFit/>
          </a:bodyPr>
          <a:lstStyle/>
          <a:p>
            <a:pPr marL="12700">
              <a:lnSpc>
                <a:spcPct val="100000"/>
              </a:lnSpc>
              <a:spcBef>
                <a:spcPts val="105"/>
              </a:spcBef>
            </a:pPr>
            <a:r>
              <a:rPr sz="1150" b="1" i="0" spc="130">
                <a:solidFill>
                  <a:srgbClr val="F5EFE8"/>
                </a:solidFill>
                <a:latin typeface="Delight Semi Bold" pitchFamily="2" charset="77"/>
                <a:cs typeface="Delight-SemiBold"/>
              </a:rPr>
              <a:t>ORIGIN</a:t>
            </a:r>
            <a:r>
              <a:rPr sz="1150" b="1" i="0" spc="350">
                <a:solidFill>
                  <a:srgbClr val="F5EFE8"/>
                </a:solidFill>
                <a:latin typeface="Delight Semi Bold" pitchFamily="2" charset="77"/>
                <a:cs typeface="Delight-SemiBold"/>
              </a:rPr>
              <a:t> </a:t>
            </a:r>
            <a:r>
              <a:rPr sz="1150" b="1" i="0" spc="130">
                <a:solidFill>
                  <a:srgbClr val="F5EFE8"/>
                </a:solidFill>
                <a:latin typeface="Delight Semi Bold" pitchFamily="2" charset="77"/>
                <a:cs typeface="Delight-SemiBold"/>
              </a:rPr>
              <a:t>UTILIT</a:t>
            </a:r>
            <a:r>
              <a:rPr sz="1150" b="1" i="0" spc="-30">
                <a:solidFill>
                  <a:srgbClr val="F5EFE8"/>
                </a:solidFill>
                <a:latin typeface="Delight Semi Bold" pitchFamily="2" charset="77"/>
                <a:cs typeface="Delight-SemiBold"/>
              </a:rPr>
              <a:t> </a:t>
            </a:r>
            <a:r>
              <a:rPr sz="1150" b="1" i="0" spc="-50">
                <a:solidFill>
                  <a:srgbClr val="F5EFE8"/>
                </a:solidFill>
                <a:latin typeface="Delight Semi Bold" pitchFamily="2" charset="77"/>
                <a:cs typeface="Delight-SemiBold"/>
              </a:rPr>
              <a:t>Y</a:t>
            </a:r>
            <a:endParaRPr sz="1150" b="1" i="0">
              <a:latin typeface="Delight Semi Bold" pitchFamily="2" charset="77"/>
              <a:cs typeface="Delight-SemiBold"/>
            </a:endParaRPr>
          </a:p>
        </p:txBody>
      </p:sp>
      <p:sp>
        <p:nvSpPr>
          <p:cNvPr id="8" name="object 5">
            <a:extLst>
              <a:ext uri="{FF2B5EF4-FFF2-40B4-BE49-F238E27FC236}">
                <a16:creationId xmlns:a16="http://schemas.microsoft.com/office/drawing/2014/main" id="{283AC1B9-1309-ED25-3E3B-C1B0AAD47B71}"/>
              </a:ext>
            </a:extLst>
          </p:cNvPr>
          <p:cNvSpPr txBox="1"/>
          <p:nvPr userDrawn="1"/>
        </p:nvSpPr>
        <p:spPr>
          <a:xfrm>
            <a:off x="3945294" y="676911"/>
            <a:ext cx="366395" cy="190437"/>
          </a:xfrm>
          <a:prstGeom prst="rect">
            <a:avLst/>
          </a:prstGeom>
        </p:spPr>
        <p:txBody>
          <a:bodyPr vert="horz" wrap="square" lIns="0" tIns="13335" rIns="0" bIns="0" rtlCol="0">
            <a:spAutoFit/>
          </a:bodyPr>
          <a:lstStyle/>
          <a:p>
            <a:pPr marL="12700">
              <a:lnSpc>
                <a:spcPct val="100000"/>
              </a:lnSpc>
              <a:spcBef>
                <a:spcPts val="105"/>
              </a:spcBef>
            </a:pPr>
            <a:r>
              <a:rPr sz="1150" b="1" i="0">
                <a:solidFill>
                  <a:srgbClr val="F5EFE8"/>
                </a:solidFill>
                <a:latin typeface="Delight Semi Bold" pitchFamily="2" charset="77"/>
                <a:cs typeface="Delight-SemiBold"/>
              </a:rPr>
              <a:t>P</a:t>
            </a:r>
            <a:r>
              <a:rPr sz="1150" b="1" i="0" spc="-55">
                <a:solidFill>
                  <a:srgbClr val="F5EFE8"/>
                </a:solidFill>
                <a:latin typeface="Delight Semi Bold" pitchFamily="2" charset="77"/>
                <a:cs typeface="Delight-SemiBold"/>
              </a:rPr>
              <a:t> </a:t>
            </a:r>
            <a:r>
              <a:rPr sz="1150" b="1" i="0" spc="50">
                <a:solidFill>
                  <a:srgbClr val="F5EFE8"/>
                </a:solidFill>
                <a:latin typeface="Delight Semi Bold" pitchFamily="2" charset="77"/>
                <a:cs typeface="Delight-SemiBold"/>
              </a:rPr>
              <a:t>PT </a:t>
            </a:r>
            <a:endParaRPr sz="1150" b="1" i="0">
              <a:latin typeface="Delight Semi Bold" pitchFamily="2" charset="77"/>
              <a:cs typeface="Delight-SemiBold"/>
            </a:endParaRPr>
          </a:p>
        </p:txBody>
      </p:sp>
      <p:sp>
        <p:nvSpPr>
          <p:cNvPr id="9" name="object 6">
            <a:extLst>
              <a:ext uri="{FF2B5EF4-FFF2-40B4-BE49-F238E27FC236}">
                <a16:creationId xmlns:a16="http://schemas.microsoft.com/office/drawing/2014/main" id="{CDC16121-AF0E-C344-65B6-08416D0DF56E}"/>
              </a:ext>
            </a:extLst>
          </p:cNvPr>
          <p:cNvSpPr txBox="1"/>
          <p:nvPr userDrawn="1"/>
        </p:nvSpPr>
        <p:spPr>
          <a:xfrm>
            <a:off x="17337453" y="10379138"/>
            <a:ext cx="2077720" cy="190437"/>
          </a:xfrm>
          <a:prstGeom prst="rect">
            <a:avLst/>
          </a:prstGeom>
        </p:spPr>
        <p:txBody>
          <a:bodyPr vert="horz" wrap="square" lIns="0" tIns="13335" rIns="0" bIns="0" rtlCol="0">
            <a:spAutoFit/>
          </a:bodyPr>
          <a:lstStyle/>
          <a:p>
            <a:pPr marL="12700" algn="r">
              <a:lnSpc>
                <a:spcPct val="100000"/>
              </a:lnSpc>
              <a:spcBef>
                <a:spcPts val="105"/>
              </a:spcBef>
            </a:pPr>
            <a:r>
              <a:rPr sz="1150" b="1" i="0" spc="135">
                <a:solidFill>
                  <a:srgbClr val="F5EFE8"/>
                </a:solidFill>
                <a:latin typeface="Delight Semi Bold" pitchFamily="2" charset="77"/>
                <a:cs typeface="Delight-SemiBold"/>
              </a:rPr>
              <a:t>DEVELOPED</a:t>
            </a:r>
            <a:r>
              <a:rPr sz="1150" b="1" i="0" spc="315">
                <a:solidFill>
                  <a:srgbClr val="F5EFE8"/>
                </a:solidFill>
                <a:latin typeface="Delight Semi Bold" pitchFamily="2" charset="77"/>
                <a:cs typeface="Delight-SemiBold"/>
              </a:rPr>
              <a:t> </a:t>
            </a:r>
            <a:r>
              <a:rPr sz="1150" b="1" i="0" spc="50">
                <a:solidFill>
                  <a:srgbClr val="F5EFE8"/>
                </a:solidFill>
                <a:latin typeface="Delight Semi Bold" pitchFamily="2" charset="77"/>
                <a:cs typeface="Delight-SemiBold"/>
              </a:rPr>
              <a:t>BY</a:t>
            </a:r>
            <a:r>
              <a:rPr sz="1150" b="1" i="0" spc="330">
                <a:solidFill>
                  <a:srgbClr val="F5EFE8"/>
                </a:solidFill>
                <a:latin typeface="Delight Semi Bold" pitchFamily="2" charset="77"/>
                <a:cs typeface="Delight-SemiBold"/>
              </a:rPr>
              <a:t> </a:t>
            </a:r>
            <a:r>
              <a:rPr sz="1150" b="1" i="0" spc="105">
                <a:solidFill>
                  <a:srgbClr val="F5EFE8"/>
                </a:solidFill>
                <a:latin typeface="Delight Semi Bold" pitchFamily="2" charset="77"/>
                <a:cs typeface="Delight-SemiBold"/>
              </a:rPr>
              <a:t>END</a:t>
            </a:r>
            <a:r>
              <a:rPr sz="1150" b="1" i="0" spc="80">
                <a:solidFill>
                  <a:srgbClr val="F5EFE8"/>
                </a:solidFill>
                <a:latin typeface="Delight Semi Bold" pitchFamily="2" charset="77"/>
                <a:cs typeface="Delight-SemiBold"/>
              </a:rPr>
              <a:t>URE </a:t>
            </a:r>
            <a:endParaRPr sz="1150" b="1" i="0">
              <a:latin typeface="Delight Semi Bold" pitchFamily="2" charset="77"/>
              <a:cs typeface="Delight-SemiBold"/>
            </a:endParaRPr>
          </a:p>
        </p:txBody>
      </p:sp>
      <p:sp>
        <p:nvSpPr>
          <p:cNvPr id="10" name="object 7">
            <a:extLst>
              <a:ext uri="{FF2B5EF4-FFF2-40B4-BE49-F238E27FC236}">
                <a16:creationId xmlns:a16="http://schemas.microsoft.com/office/drawing/2014/main" id="{581AB839-9041-55C6-23FC-846A3E706A5D}"/>
              </a:ext>
            </a:extLst>
          </p:cNvPr>
          <p:cNvSpPr/>
          <p:nvPr userDrawn="1"/>
        </p:nvSpPr>
        <p:spPr>
          <a:xfrm>
            <a:off x="18324083" y="669925"/>
            <a:ext cx="1057910" cy="488950"/>
          </a:xfrm>
          <a:custGeom>
            <a:avLst/>
            <a:gdLst/>
            <a:ahLst/>
            <a:cxnLst/>
            <a:rect l="l" t="t" r="r" b="b"/>
            <a:pathLst>
              <a:path w="1057909" h="488950">
                <a:moveTo>
                  <a:pt x="984075" y="396998"/>
                </a:moveTo>
                <a:lnTo>
                  <a:pt x="274456" y="396998"/>
                </a:lnTo>
                <a:lnTo>
                  <a:pt x="282011" y="397483"/>
                </a:lnTo>
                <a:lnTo>
                  <a:pt x="289417" y="399428"/>
                </a:lnTo>
                <a:lnTo>
                  <a:pt x="339308" y="416752"/>
                </a:lnTo>
                <a:lnTo>
                  <a:pt x="416480" y="440139"/>
                </a:lnTo>
                <a:lnTo>
                  <a:pt x="462744" y="452293"/>
                </a:lnTo>
                <a:lnTo>
                  <a:pt x="512767" y="463786"/>
                </a:lnTo>
                <a:lnTo>
                  <a:pt x="565526" y="473895"/>
                </a:lnTo>
                <a:lnTo>
                  <a:pt x="620002" y="481893"/>
                </a:lnTo>
                <a:lnTo>
                  <a:pt x="675173" y="487055"/>
                </a:lnTo>
                <a:lnTo>
                  <a:pt x="730019" y="488656"/>
                </a:lnTo>
                <a:lnTo>
                  <a:pt x="783518" y="485971"/>
                </a:lnTo>
                <a:lnTo>
                  <a:pt x="834651" y="478275"/>
                </a:lnTo>
                <a:lnTo>
                  <a:pt x="882395" y="464842"/>
                </a:lnTo>
                <a:lnTo>
                  <a:pt x="925731" y="444948"/>
                </a:lnTo>
                <a:lnTo>
                  <a:pt x="963637" y="417867"/>
                </a:lnTo>
                <a:lnTo>
                  <a:pt x="984075" y="396998"/>
                </a:lnTo>
                <a:close/>
              </a:path>
              <a:path w="1057909" h="488950">
                <a:moveTo>
                  <a:pt x="327476" y="0"/>
                </a:moveTo>
                <a:lnTo>
                  <a:pt x="273977" y="2684"/>
                </a:lnTo>
                <a:lnTo>
                  <a:pt x="222845" y="10380"/>
                </a:lnTo>
                <a:lnTo>
                  <a:pt x="175102" y="23813"/>
                </a:lnTo>
                <a:lnTo>
                  <a:pt x="131767" y="43707"/>
                </a:lnTo>
                <a:lnTo>
                  <a:pt x="93863" y="70789"/>
                </a:lnTo>
                <a:lnTo>
                  <a:pt x="51623" y="113915"/>
                </a:lnTo>
                <a:lnTo>
                  <a:pt x="22677" y="156023"/>
                </a:lnTo>
                <a:lnTo>
                  <a:pt x="5858" y="197339"/>
                </a:lnTo>
                <a:lnTo>
                  <a:pt x="0" y="238092"/>
                </a:lnTo>
                <a:lnTo>
                  <a:pt x="3935" y="278510"/>
                </a:lnTo>
                <a:lnTo>
                  <a:pt x="16498" y="318820"/>
                </a:lnTo>
                <a:lnTo>
                  <a:pt x="36521" y="359250"/>
                </a:lnTo>
                <a:lnTo>
                  <a:pt x="62838" y="400029"/>
                </a:lnTo>
                <a:lnTo>
                  <a:pt x="94282" y="441385"/>
                </a:lnTo>
                <a:lnTo>
                  <a:pt x="128614" y="456080"/>
                </a:lnTo>
                <a:lnTo>
                  <a:pt x="141306" y="452829"/>
                </a:lnTo>
                <a:lnTo>
                  <a:pt x="259690" y="400381"/>
                </a:lnTo>
                <a:lnTo>
                  <a:pt x="266949" y="397967"/>
                </a:lnTo>
                <a:lnTo>
                  <a:pt x="274456" y="396998"/>
                </a:lnTo>
                <a:lnTo>
                  <a:pt x="984075" y="396998"/>
                </a:lnTo>
                <a:lnTo>
                  <a:pt x="987902" y="393091"/>
                </a:lnTo>
                <a:lnTo>
                  <a:pt x="853329" y="393091"/>
                </a:lnTo>
                <a:lnTo>
                  <a:pt x="804263" y="389851"/>
                </a:lnTo>
                <a:lnTo>
                  <a:pt x="749241" y="381272"/>
                </a:lnTo>
                <a:lnTo>
                  <a:pt x="698489" y="370377"/>
                </a:lnTo>
                <a:lnTo>
                  <a:pt x="282074" y="370377"/>
                </a:lnTo>
                <a:lnTo>
                  <a:pt x="165975" y="266089"/>
                </a:lnTo>
                <a:lnTo>
                  <a:pt x="135315" y="228263"/>
                </a:lnTo>
                <a:lnTo>
                  <a:pt x="114544" y="194584"/>
                </a:lnTo>
                <a:lnTo>
                  <a:pt x="106070" y="164302"/>
                </a:lnTo>
                <a:lnTo>
                  <a:pt x="112303" y="136665"/>
                </a:lnTo>
                <a:lnTo>
                  <a:pt x="135652" y="110923"/>
                </a:lnTo>
                <a:lnTo>
                  <a:pt x="163993" y="99116"/>
                </a:lnTo>
                <a:lnTo>
                  <a:pt x="204165" y="95560"/>
                </a:lnTo>
                <a:lnTo>
                  <a:pt x="999134" y="95560"/>
                </a:lnTo>
                <a:lnTo>
                  <a:pt x="996615" y="91657"/>
                </a:lnTo>
                <a:lnTo>
                  <a:pt x="783036" y="91657"/>
                </a:lnTo>
                <a:lnTo>
                  <a:pt x="775479" y="91173"/>
                </a:lnTo>
                <a:lnTo>
                  <a:pt x="768073" y="89228"/>
                </a:lnTo>
                <a:lnTo>
                  <a:pt x="747050" y="81686"/>
                </a:lnTo>
                <a:lnTo>
                  <a:pt x="718185" y="71903"/>
                </a:lnTo>
                <a:lnTo>
                  <a:pt x="641015" y="48516"/>
                </a:lnTo>
                <a:lnTo>
                  <a:pt x="594750" y="36363"/>
                </a:lnTo>
                <a:lnTo>
                  <a:pt x="544728" y="24869"/>
                </a:lnTo>
                <a:lnTo>
                  <a:pt x="491969" y="14761"/>
                </a:lnTo>
                <a:lnTo>
                  <a:pt x="437493" y="6763"/>
                </a:lnTo>
                <a:lnTo>
                  <a:pt x="382322" y="1601"/>
                </a:lnTo>
                <a:lnTo>
                  <a:pt x="327476" y="0"/>
                </a:lnTo>
                <a:close/>
              </a:path>
              <a:path w="1057909" h="488950">
                <a:moveTo>
                  <a:pt x="1013794" y="118278"/>
                </a:moveTo>
                <a:lnTo>
                  <a:pt x="775415" y="118278"/>
                </a:lnTo>
                <a:lnTo>
                  <a:pt x="788148" y="118739"/>
                </a:lnTo>
                <a:lnTo>
                  <a:pt x="800076" y="123202"/>
                </a:lnTo>
                <a:lnTo>
                  <a:pt x="891522" y="222562"/>
                </a:lnTo>
                <a:lnTo>
                  <a:pt x="922183" y="260388"/>
                </a:lnTo>
                <a:lnTo>
                  <a:pt x="942954" y="294068"/>
                </a:lnTo>
                <a:lnTo>
                  <a:pt x="951426" y="324352"/>
                </a:lnTo>
                <a:lnTo>
                  <a:pt x="945190" y="351990"/>
                </a:lnTo>
                <a:lnTo>
                  <a:pt x="921838" y="377732"/>
                </a:lnTo>
                <a:lnTo>
                  <a:pt x="893500" y="389537"/>
                </a:lnTo>
                <a:lnTo>
                  <a:pt x="853329" y="393091"/>
                </a:lnTo>
                <a:lnTo>
                  <a:pt x="987902" y="393091"/>
                </a:lnTo>
                <a:lnTo>
                  <a:pt x="1005874" y="374740"/>
                </a:lnTo>
                <a:lnTo>
                  <a:pt x="1034818" y="332632"/>
                </a:lnTo>
                <a:lnTo>
                  <a:pt x="1051636" y="291316"/>
                </a:lnTo>
                <a:lnTo>
                  <a:pt x="1057493" y="250563"/>
                </a:lnTo>
                <a:lnTo>
                  <a:pt x="1053557" y="210146"/>
                </a:lnTo>
                <a:lnTo>
                  <a:pt x="1040996" y="169836"/>
                </a:lnTo>
                <a:lnTo>
                  <a:pt x="1020974" y="129405"/>
                </a:lnTo>
                <a:lnTo>
                  <a:pt x="1013794" y="118278"/>
                </a:lnTo>
                <a:close/>
              </a:path>
              <a:path w="1057909" h="488950">
                <a:moveTo>
                  <a:pt x="443085" y="297108"/>
                </a:moveTo>
                <a:lnTo>
                  <a:pt x="435384" y="298345"/>
                </a:lnTo>
                <a:lnTo>
                  <a:pt x="427989" y="301106"/>
                </a:lnTo>
                <a:lnTo>
                  <a:pt x="294579" y="366633"/>
                </a:lnTo>
                <a:lnTo>
                  <a:pt x="282074" y="370377"/>
                </a:lnTo>
                <a:lnTo>
                  <a:pt x="698489" y="370377"/>
                </a:lnTo>
                <a:lnTo>
                  <a:pt x="691199" y="368812"/>
                </a:lnTo>
                <a:lnTo>
                  <a:pt x="633077" y="353928"/>
                </a:lnTo>
                <a:lnTo>
                  <a:pt x="577813" y="338075"/>
                </a:lnTo>
                <a:lnTo>
                  <a:pt x="528343" y="322710"/>
                </a:lnTo>
                <a:lnTo>
                  <a:pt x="487607" y="309291"/>
                </a:lnTo>
                <a:lnTo>
                  <a:pt x="458543" y="299274"/>
                </a:lnTo>
                <a:lnTo>
                  <a:pt x="450877" y="297412"/>
                </a:lnTo>
                <a:lnTo>
                  <a:pt x="443085" y="297108"/>
                </a:lnTo>
                <a:close/>
              </a:path>
              <a:path w="1057909" h="488950">
                <a:moveTo>
                  <a:pt x="999134" y="95560"/>
                </a:moveTo>
                <a:lnTo>
                  <a:pt x="204165" y="95560"/>
                </a:lnTo>
                <a:lnTo>
                  <a:pt x="253231" y="98800"/>
                </a:lnTo>
                <a:lnTo>
                  <a:pt x="308254" y="107379"/>
                </a:lnTo>
                <a:lnTo>
                  <a:pt x="366294" y="119839"/>
                </a:lnTo>
                <a:lnTo>
                  <a:pt x="424415" y="134725"/>
                </a:lnTo>
                <a:lnTo>
                  <a:pt x="479679" y="150579"/>
                </a:lnTo>
                <a:lnTo>
                  <a:pt x="529147" y="165944"/>
                </a:lnTo>
                <a:lnTo>
                  <a:pt x="569883" y="179364"/>
                </a:lnTo>
                <a:lnTo>
                  <a:pt x="598947" y="189382"/>
                </a:lnTo>
                <a:lnTo>
                  <a:pt x="606619" y="191244"/>
                </a:lnTo>
                <a:lnTo>
                  <a:pt x="614412" y="191547"/>
                </a:lnTo>
                <a:lnTo>
                  <a:pt x="622112" y="190306"/>
                </a:lnTo>
                <a:lnTo>
                  <a:pt x="629501" y="187539"/>
                </a:lnTo>
                <a:lnTo>
                  <a:pt x="762911" y="122023"/>
                </a:lnTo>
                <a:lnTo>
                  <a:pt x="775415" y="118278"/>
                </a:lnTo>
                <a:lnTo>
                  <a:pt x="1013794" y="118278"/>
                </a:lnTo>
                <a:lnTo>
                  <a:pt x="999134" y="95560"/>
                </a:lnTo>
                <a:close/>
              </a:path>
              <a:path w="1057909" h="488950">
                <a:moveTo>
                  <a:pt x="928878" y="32576"/>
                </a:moveTo>
                <a:lnTo>
                  <a:pt x="916183" y="35826"/>
                </a:lnTo>
                <a:lnTo>
                  <a:pt x="797810" y="88275"/>
                </a:lnTo>
                <a:lnTo>
                  <a:pt x="790546" y="90688"/>
                </a:lnTo>
                <a:lnTo>
                  <a:pt x="783036" y="91657"/>
                </a:lnTo>
                <a:lnTo>
                  <a:pt x="996615" y="91657"/>
                </a:lnTo>
                <a:lnTo>
                  <a:pt x="994659" y="88626"/>
                </a:lnTo>
                <a:lnTo>
                  <a:pt x="963219" y="47271"/>
                </a:lnTo>
                <a:lnTo>
                  <a:pt x="953422" y="38553"/>
                </a:lnTo>
                <a:lnTo>
                  <a:pt x="941633" y="33570"/>
                </a:lnTo>
                <a:lnTo>
                  <a:pt x="928878" y="32576"/>
                </a:lnTo>
                <a:close/>
              </a:path>
            </a:pathLst>
          </a:custGeom>
          <a:solidFill>
            <a:srgbClr val="F5EFE8"/>
          </a:solidFill>
        </p:spPr>
        <p:txBody>
          <a:bodyPr wrap="square" lIns="0" tIns="0" rIns="0" bIns="0" rtlCol="0"/>
          <a:lstStyle/>
          <a:p>
            <a:endParaRPr b="1" i="0">
              <a:latin typeface="Delight Semi Bold" pitchFamily="2" charset="77"/>
            </a:endParaRPr>
          </a:p>
        </p:txBody>
      </p:sp>
      <p:sp>
        <p:nvSpPr>
          <p:cNvPr id="3" name="Rounded Rectangle 2">
            <a:extLst>
              <a:ext uri="{FF2B5EF4-FFF2-40B4-BE49-F238E27FC236}">
                <a16:creationId xmlns:a16="http://schemas.microsoft.com/office/drawing/2014/main" id="{AB89F71E-AD1B-9C7E-5F24-DFE3AA2CCC0E}"/>
              </a:ext>
            </a:extLst>
          </p:cNvPr>
          <p:cNvSpPr/>
          <p:nvPr userDrawn="1"/>
        </p:nvSpPr>
        <p:spPr>
          <a:xfrm>
            <a:off x="744693" y="3592666"/>
            <a:ext cx="1790700" cy="1790700"/>
          </a:xfrm>
          <a:prstGeom prst="roundRect">
            <a:avLst>
              <a:gd name="adj" fmla="val 4883"/>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0">
                <a:solidFill>
                  <a:schemeClr val="tx2"/>
                </a:solidFill>
              </a:rPr>
              <a:t>#</a:t>
            </a:r>
          </a:p>
        </p:txBody>
      </p:sp>
      <p:sp>
        <p:nvSpPr>
          <p:cNvPr id="5" name="Holder 3">
            <a:extLst>
              <a:ext uri="{FF2B5EF4-FFF2-40B4-BE49-F238E27FC236}">
                <a16:creationId xmlns:a16="http://schemas.microsoft.com/office/drawing/2014/main" id="{22CC6CA9-7B09-4B71-5C99-F1322A3F34FC}"/>
              </a:ext>
            </a:extLst>
          </p:cNvPr>
          <p:cNvSpPr>
            <a:spLocks noGrp="1"/>
          </p:cNvSpPr>
          <p:nvPr>
            <p:ph type="body" idx="25" hasCustomPrompt="1"/>
          </p:nvPr>
        </p:nvSpPr>
        <p:spPr>
          <a:xfrm>
            <a:off x="3003550" y="4297008"/>
            <a:ext cx="2944812" cy="382016"/>
          </a:xfrm>
          <a:prstGeom prst="rect">
            <a:avLst/>
          </a:prstGeom>
        </p:spPr>
        <p:txBody>
          <a:bodyPr lIns="0" tIns="0" rIns="0" bIns="0"/>
          <a:lstStyle>
            <a:lvl1pPr algn="l">
              <a:lnSpc>
                <a:spcPts val="2800"/>
              </a:lnSpc>
              <a:defRPr sz="2800" b="0" i="0">
                <a:solidFill>
                  <a:schemeClr val="bg2"/>
                </a:solidFill>
                <a:latin typeface="Delight Medium" pitchFamily="2" charset="77"/>
                <a:cs typeface="Arial"/>
              </a:defRPr>
            </a:lvl1pPr>
          </a:lstStyle>
          <a:p>
            <a:r>
              <a:rPr lang="en-US"/>
              <a:t>Add Item</a:t>
            </a:r>
            <a:endParaRPr/>
          </a:p>
        </p:txBody>
      </p:sp>
      <p:sp>
        <p:nvSpPr>
          <p:cNvPr id="11" name="Rounded Rectangle 10">
            <a:extLst>
              <a:ext uri="{FF2B5EF4-FFF2-40B4-BE49-F238E27FC236}">
                <a16:creationId xmlns:a16="http://schemas.microsoft.com/office/drawing/2014/main" id="{95B41249-52B9-058C-A2D2-AEFA307C6ECB}"/>
              </a:ext>
            </a:extLst>
          </p:cNvPr>
          <p:cNvSpPr/>
          <p:nvPr userDrawn="1"/>
        </p:nvSpPr>
        <p:spPr>
          <a:xfrm>
            <a:off x="744693" y="5692775"/>
            <a:ext cx="1790700" cy="1790700"/>
          </a:xfrm>
          <a:prstGeom prst="roundRect">
            <a:avLst>
              <a:gd name="adj" fmla="val 4883"/>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0">
                <a:solidFill>
                  <a:schemeClr val="tx2"/>
                </a:solidFill>
              </a:rPr>
              <a:t>#</a:t>
            </a:r>
          </a:p>
        </p:txBody>
      </p:sp>
      <p:sp>
        <p:nvSpPr>
          <p:cNvPr id="12" name="Holder 3">
            <a:extLst>
              <a:ext uri="{FF2B5EF4-FFF2-40B4-BE49-F238E27FC236}">
                <a16:creationId xmlns:a16="http://schemas.microsoft.com/office/drawing/2014/main" id="{229941AD-2968-47FA-B8A4-CF2ACDB0D856}"/>
              </a:ext>
            </a:extLst>
          </p:cNvPr>
          <p:cNvSpPr>
            <a:spLocks noGrp="1"/>
          </p:cNvSpPr>
          <p:nvPr>
            <p:ph type="body" idx="26" hasCustomPrompt="1"/>
          </p:nvPr>
        </p:nvSpPr>
        <p:spPr>
          <a:xfrm>
            <a:off x="3003550" y="6397117"/>
            <a:ext cx="2944812" cy="382016"/>
          </a:xfrm>
          <a:prstGeom prst="rect">
            <a:avLst/>
          </a:prstGeom>
        </p:spPr>
        <p:txBody>
          <a:bodyPr lIns="0" tIns="0" rIns="0" bIns="0"/>
          <a:lstStyle>
            <a:lvl1pPr algn="l">
              <a:lnSpc>
                <a:spcPts val="2800"/>
              </a:lnSpc>
              <a:defRPr sz="2800" b="0" i="0">
                <a:solidFill>
                  <a:schemeClr val="bg2"/>
                </a:solidFill>
                <a:latin typeface="Delight Medium" pitchFamily="2" charset="77"/>
                <a:cs typeface="Arial"/>
              </a:defRPr>
            </a:lvl1pPr>
          </a:lstStyle>
          <a:p>
            <a:r>
              <a:rPr lang="en-US"/>
              <a:t>Add Item</a:t>
            </a:r>
            <a:endParaRPr/>
          </a:p>
        </p:txBody>
      </p:sp>
      <p:sp>
        <p:nvSpPr>
          <p:cNvPr id="13" name="Rounded Rectangle 12">
            <a:extLst>
              <a:ext uri="{FF2B5EF4-FFF2-40B4-BE49-F238E27FC236}">
                <a16:creationId xmlns:a16="http://schemas.microsoft.com/office/drawing/2014/main" id="{B6ADB498-948E-374B-63FC-885671A1FFD9}"/>
              </a:ext>
            </a:extLst>
          </p:cNvPr>
          <p:cNvSpPr/>
          <p:nvPr userDrawn="1"/>
        </p:nvSpPr>
        <p:spPr>
          <a:xfrm>
            <a:off x="744693" y="7799572"/>
            <a:ext cx="1790700" cy="1790700"/>
          </a:xfrm>
          <a:prstGeom prst="roundRect">
            <a:avLst>
              <a:gd name="adj" fmla="val 4883"/>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0">
                <a:solidFill>
                  <a:schemeClr val="tx2"/>
                </a:solidFill>
              </a:rPr>
              <a:t>#</a:t>
            </a:r>
          </a:p>
        </p:txBody>
      </p:sp>
      <p:sp>
        <p:nvSpPr>
          <p:cNvPr id="14" name="Holder 3">
            <a:extLst>
              <a:ext uri="{FF2B5EF4-FFF2-40B4-BE49-F238E27FC236}">
                <a16:creationId xmlns:a16="http://schemas.microsoft.com/office/drawing/2014/main" id="{15AE6D7C-A5A6-259A-EFEA-23C86FF21355}"/>
              </a:ext>
            </a:extLst>
          </p:cNvPr>
          <p:cNvSpPr>
            <a:spLocks noGrp="1"/>
          </p:cNvSpPr>
          <p:nvPr>
            <p:ph type="body" idx="27" hasCustomPrompt="1"/>
          </p:nvPr>
        </p:nvSpPr>
        <p:spPr>
          <a:xfrm>
            <a:off x="3003550" y="8503914"/>
            <a:ext cx="2944812" cy="382016"/>
          </a:xfrm>
          <a:prstGeom prst="rect">
            <a:avLst/>
          </a:prstGeom>
        </p:spPr>
        <p:txBody>
          <a:bodyPr lIns="0" tIns="0" rIns="0" bIns="0"/>
          <a:lstStyle>
            <a:lvl1pPr algn="l">
              <a:lnSpc>
                <a:spcPts val="2800"/>
              </a:lnSpc>
              <a:defRPr sz="2800" b="0" i="0">
                <a:solidFill>
                  <a:schemeClr val="bg2"/>
                </a:solidFill>
                <a:latin typeface="Delight Medium" pitchFamily="2" charset="77"/>
                <a:cs typeface="Arial"/>
              </a:defRPr>
            </a:lvl1pPr>
          </a:lstStyle>
          <a:p>
            <a:r>
              <a:rPr lang="en-US"/>
              <a:t>Add Item</a:t>
            </a:r>
            <a:endParaRPr/>
          </a:p>
        </p:txBody>
      </p:sp>
      <p:sp>
        <p:nvSpPr>
          <p:cNvPr id="15" name="Rounded Rectangle 14">
            <a:extLst>
              <a:ext uri="{FF2B5EF4-FFF2-40B4-BE49-F238E27FC236}">
                <a16:creationId xmlns:a16="http://schemas.microsoft.com/office/drawing/2014/main" id="{9F5E01BF-5917-E579-7B1E-8DAB57D96E96}"/>
              </a:ext>
            </a:extLst>
          </p:cNvPr>
          <p:cNvSpPr/>
          <p:nvPr userDrawn="1"/>
        </p:nvSpPr>
        <p:spPr>
          <a:xfrm>
            <a:off x="7602538" y="3592666"/>
            <a:ext cx="1790700" cy="1790700"/>
          </a:xfrm>
          <a:prstGeom prst="roundRect">
            <a:avLst>
              <a:gd name="adj" fmla="val 4883"/>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0">
                <a:solidFill>
                  <a:schemeClr val="tx2"/>
                </a:solidFill>
              </a:rPr>
              <a:t>#</a:t>
            </a:r>
          </a:p>
        </p:txBody>
      </p:sp>
      <p:sp>
        <p:nvSpPr>
          <p:cNvPr id="16" name="Holder 3">
            <a:extLst>
              <a:ext uri="{FF2B5EF4-FFF2-40B4-BE49-F238E27FC236}">
                <a16:creationId xmlns:a16="http://schemas.microsoft.com/office/drawing/2014/main" id="{C5E9CA3F-F89A-9C4C-9663-A0DE4E38420F}"/>
              </a:ext>
            </a:extLst>
          </p:cNvPr>
          <p:cNvSpPr>
            <a:spLocks noGrp="1"/>
          </p:cNvSpPr>
          <p:nvPr>
            <p:ph type="body" idx="28" hasCustomPrompt="1"/>
          </p:nvPr>
        </p:nvSpPr>
        <p:spPr>
          <a:xfrm>
            <a:off x="9861395" y="4297008"/>
            <a:ext cx="2944812" cy="382016"/>
          </a:xfrm>
          <a:prstGeom prst="rect">
            <a:avLst/>
          </a:prstGeom>
        </p:spPr>
        <p:txBody>
          <a:bodyPr lIns="0" tIns="0" rIns="0" bIns="0"/>
          <a:lstStyle>
            <a:lvl1pPr algn="l">
              <a:lnSpc>
                <a:spcPts val="2800"/>
              </a:lnSpc>
              <a:defRPr sz="2800" b="0" i="0">
                <a:solidFill>
                  <a:schemeClr val="bg2"/>
                </a:solidFill>
                <a:latin typeface="Delight Medium" pitchFamily="2" charset="77"/>
                <a:cs typeface="Arial"/>
              </a:defRPr>
            </a:lvl1pPr>
          </a:lstStyle>
          <a:p>
            <a:r>
              <a:rPr lang="en-US"/>
              <a:t>Add Item</a:t>
            </a:r>
            <a:endParaRPr/>
          </a:p>
        </p:txBody>
      </p:sp>
      <p:sp>
        <p:nvSpPr>
          <p:cNvPr id="17" name="Rounded Rectangle 16">
            <a:extLst>
              <a:ext uri="{FF2B5EF4-FFF2-40B4-BE49-F238E27FC236}">
                <a16:creationId xmlns:a16="http://schemas.microsoft.com/office/drawing/2014/main" id="{69721468-036B-85EC-F925-B83D2B669D62}"/>
              </a:ext>
            </a:extLst>
          </p:cNvPr>
          <p:cNvSpPr/>
          <p:nvPr userDrawn="1"/>
        </p:nvSpPr>
        <p:spPr>
          <a:xfrm>
            <a:off x="7602538" y="5692775"/>
            <a:ext cx="1790700" cy="1790700"/>
          </a:xfrm>
          <a:prstGeom prst="roundRect">
            <a:avLst>
              <a:gd name="adj" fmla="val 4883"/>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0">
                <a:solidFill>
                  <a:schemeClr val="tx2"/>
                </a:solidFill>
              </a:rPr>
              <a:t>#</a:t>
            </a:r>
          </a:p>
        </p:txBody>
      </p:sp>
      <p:sp>
        <p:nvSpPr>
          <p:cNvPr id="18" name="Holder 3">
            <a:extLst>
              <a:ext uri="{FF2B5EF4-FFF2-40B4-BE49-F238E27FC236}">
                <a16:creationId xmlns:a16="http://schemas.microsoft.com/office/drawing/2014/main" id="{BE575A3A-82D0-F43B-DB49-F447FB4E0D9D}"/>
              </a:ext>
            </a:extLst>
          </p:cNvPr>
          <p:cNvSpPr>
            <a:spLocks noGrp="1"/>
          </p:cNvSpPr>
          <p:nvPr>
            <p:ph type="body" idx="29" hasCustomPrompt="1"/>
          </p:nvPr>
        </p:nvSpPr>
        <p:spPr>
          <a:xfrm>
            <a:off x="9861395" y="6397117"/>
            <a:ext cx="2944812" cy="382016"/>
          </a:xfrm>
          <a:prstGeom prst="rect">
            <a:avLst/>
          </a:prstGeom>
        </p:spPr>
        <p:txBody>
          <a:bodyPr lIns="0" tIns="0" rIns="0" bIns="0"/>
          <a:lstStyle>
            <a:lvl1pPr algn="l">
              <a:lnSpc>
                <a:spcPts val="2800"/>
              </a:lnSpc>
              <a:defRPr sz="2800" b="0" i="0">
                <a:solidFill>
                  <a:schemeClr val="bg2"/>
                </a:solidFill>
                <a:latin typeface="Delight Medium" pitchFamily="2" charset="77"/>
                <a:cs typeface="Arial"/>
              </a:defRPr>
            </a:lvl1pPr>
          </a:lstStyle>
          <a:p>
            <a:r>
              <a:rPr lang="en-US"/>
              <a:t>Add Item</a:t>
            </a:r>
            <a:endParaRPr/>
          </a:p>
        </p:txBody>
      </p:sp>
      <p:sp>
        <p:nvSpPr>
          <p:cNvPr id="19" name="Rounded Rectangle 18">
            <a:extLst>
              <a:ext uri="{FF2B5EF4-FFF2-40B4-BE49-F238E27FC236}">
                <a16:creationId xmlns:a16="http://schemas.microsoft.com/office/drawing/2014/main" id="{BD7883A9-0CD2-7CA9-7F76-79FDE3EBC7A0}"/>
              </a:ext>
            </a:extLst>
          </p:cNvPr>
          <p:cNvSpPr/>
          <p:nvPr userDrawn="1"/>
        </p:nvSpPr>
        <p:spPr>
          <a:xfrm>
            <a:off x="7575550" y="7826375"/>
            <a:ext cx="1790700" cy="1790700"/>
          </a:xfrm>
          <a:prstGeom prst="roundRect">
            <a:avLst>
              <a:gd name="adj" fmla="val 4883"/>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0">
                <a:solidFill>
                  <a:schemeClr val="tx2"/>
                </a:solidFill>
              </a:rPr>
              <a:t>#</a:t>
            </a:r>
          </a:p>
        </p:txBody>
      </p:sp>
      <p:sp>
        <p:nvSpPr>
          <p:cNvPr id="20" name="Holder 3">
            <a:extLst>
              <a:ext uri="{FF2B5EF4-FFF2-40B4-BE49-F238E27FC236}">
                <a16:creationId xmlns:a16="http://schemas.microsoft.com/office/drawing/2014/main" id="{6CB859BD-8FE4-FA28-DFA1-58B21F48AA10}"/>
              </a:ext>
            </a:extLst>
          </p:cNvPr>
          <p:cNvSpPr>
            <a:spLocks noGrp="1"/>
          </p:cNvSpPr>
          <p:nvPr>
            <p:ph type="body" idx="30" hasCustomPrompt="1"/>
          </p:nvPr>
        </p:nvSpPr>
        <p:spPr>
          <a:xfrm>
            <a:off x="9861395" y="8530717"/>
            <a:ext cx="2944812" cy="382016"/>
          </a:xfrm>
          <a:prstGeom prst="rect">
            <a:avLst/>
          </a:prstGeom>
        </p:spPr>
        <p:txBody>
          <a:bodyPr lIns="0" tIns="0" rIns="0" bIns="0"/>
          <a:lstStyle>
            <a:lvl1pPr algn="l">
              <a:lnSpc>
                <a:spcPts val="2800"/>
              </a:lnSpc>
              <a:defRPr sz="2800" b="0" i="0">
                <a:solidFill>
                  <a:schemeClr val="bg2"/>
                </a:solidFill>
                <a:latin typeface="Delight Medium" pitchFamily="2" charset="77"/>
                <a:cs typeface="Arial"/>
              </a:defRPr>
            </a:lvl1pPr>
          </a:lstStyle>
          <a:p>
            <a:r>
              <a:rPr lang="en-US"/>
              <a:t>Add Item</a:t>
            </a:r>
            <a:endParaRPr/>
          </a:p>
        </p:txBody>
      </p:sp>
      <p:sp>
        <p:nvSpPr>
          <p:cNvPr id="21" name="Rounded Rectangle 20">
            <a:extLst>
              <a:ext uri="{FF2B5EF4-FFF2-40B4-BE49-F238E27FC236}">
                <a16:creationId xmlns:a16="http://schemas.microsoft.com/office/drawing/2014/main" id="{1262CAD7-8638-E927-F611-CF9EA4BFF046}"/>
              </a:ext>
            </a:extLst>
          </p:cNvPr>
          <p:cNvSpPr/>
          <p:nvPr userDrawn="1"/>
        </p:nvSpPr>
        <p:spPr>
          <a:xfrm>
            <a:off x="14179339" y="3592666"/>
            <a:ext cx="1790700" cy="1790700"/>
          </a:xfrm>
          <a:prstGeom prst="roundRect">
            <a:avLst>
              <a:gd name="adj" fmla="val 4883"/>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0">
                <a:solidFill>
                  <a:schemeClr val="tx2"/>
                </a:solidFill>
              </a:rPr>
              <a:t>#</a:t>
            </a:r>
          </a:p>
        </p:txBody>
      </p:sp>
      <p:sp>
        <p:nvSpPr>
          <p:cNvPr id="22" name="Holder 3">
            <a:extLst>
              <a:ext uri="{FF2B5EF4-FFF2-40B4-BE49-F238E27FC236}">
                <a16:creationId xmlns:a16="http://schemas.microsoft.com/office/drawing/2014/main" id="{7D201DB3-6A91-4680-EFC7-A03DBD654C9A}"/>
              </a:ext>
            </a:extLst>
          </p:cNvPr>
          <p:cNvSpPr>
            <a:spLocks noGrp="1"/>
          </p:cNvSpPr>
          <p:nvPr>
            <p:ph type="body" idx="31" hasCustomPrompt="1"/>
          </p:nvPr>
        </p:nvSpPr>
        <p:spPr>
          <a:xfrm>
            <a:off x="16438196" y="4297008"/>
            <a:ext cx="2944812" cy="382016"/>
          </a:xfrm>
          <a:prstGeom prst="rect">
            <a:avLst/>
          </a:prstGeom>
        </p:spPr>
        <p:txBody>
          <a:bodyPr lIns="0" tIns="0" rIns="0" bIns="0"/>
          <a:lstStyle>
            <a:lvl1pPr algn="l">
              <a:lnSpc>
                <a:spcPts val="2800"/>
              </a:lnSpc>
              <a:defRPr sz="2800" b="0" i="0">
                <a:solidFill>
                  <a:schemeClr val="bg2"/>
                </a:solidFill>
                <a:latin typeface="Delight Medium" pitchFamily="2" charset="77"/>
                <a:cs typeface="Arial"/>
              </a:defRPr>
            </a:lvl1pPr>
          </a:lstStyle>
          <a:p>
            <a:r>
              <a:rPr lang="en-US"/>
              <a:t>Add Item</a:t>
            </a:r>
            <a:endParaRPr/>
          </a:p>
        </p:txBody>
      </p:sp>
      <p:sp>
        <p:nvSpPr>
          <p:cNvPr id="23" name="Rounded Rectangle 22">
            <a:extLst>
              <a:ext uri="{FF2B5EF4-FFF2-40B4-BE49-F238E27FC236}">
                <a16:creationId xmlns:a16="http://schemas.microsoft.com/office/drawing/2014/main" id="{C4768C2C-9089-2398-6178-9746C1C79C8A}"/>
              </a:ext>
            </a:extLst>
          </p:cNvPr>
          <p:cNvSpPr/>
          <p:nvPr userDrawn="1"/>
        </p:nvSpPr>
        <p:spPr>
          <a:xfrm>
            <a:off x="14179339" y="5692775"/>
            <a:ext cx="1790700" cy="1790700"/>
          </a:xfrm>
          <a:prstGeom prst="roundRect">
            <a:avLst>
              <a:gd name="adj" fmla="val 4883"/>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0">
                <a:solidFill>
                  <a:schemeClr val="tx2"/>
                </a:solidFill>
              </a:rPr>
              <a:t>#</a:t>
            </a:r>
          </a:p>
        </p:txBody>
      </p:sp>
      <p:sp>
        <p:nvSpPr>
          <p:cNvPr id="24" name="Holder 3">
            <a:extLst>
              <a:ext uri="{FF2B5EF4-FFF2-40B4-BE49-F238E27FC236}">
                <a16:creationId xmlns:a16="http://schemas.microsoft.com/office/drawing/2014/main" id="{B37A72DE-1C60-CB94-EA8C-A15D50FF7574}"/>
              </a:ext>
            </a:extLst>
          </p:cNvPr>
          <p:cNvSpPr>
            <a:spLocks noGrp="1"/>
          </p:cNvSpPr>
          <p:nvPr>
            <p:ph type="body" idx="32" hasCustomPrompt="1"/>
          </p:nvPr>
        </p:nvSpPr>
        <p:spPr>
          <a:xfrm>
            <a:off x="16438196" y="6397117"/>
            <a:ext cx="2944812" cy="382016"/>
          </a:xfrm>
          <a:prstGeom prst="rect">
            <a:avLst/>
          </a:prstGeom>
        </p:spPr>
        <p:txBody>
          <a:bodyPr lIns="0" tIns="0" rIns="0" bIns="0"/>
          <a:lstStyle>
            <a:lvl1pPr algn="l">
              <a:lnSpc>
                <a:spcPts val="2800"/>
              </a:lnSpc>
              <a:defRPr sz="2800" b="0" i="0">
                <a:solidFill>
                  <a:schemeClr val="bg2"/>
                </a:solidFill>
                <a:latin typeface="Delight Medium" pitchFamily="2" charset="77"/>
                <a:cs typeface="Arial"/>
              </a:defRPr>
            </a:lvl1pPr>
          </a:lstStyle>
          <a:p>
            <a:r>
              <a:rPr lang="en-US"/>
              <a:t>Add Item</a:t>
            </a:r>
            <a:endParaRPr/>
          </a:p>
        </p:txBody>
      </p:sp>
      <p:sp>
        <p:nvSpPr>
          <p:cNvPr id="25" name="Rounded Rectangle 24">
            <a:extLst>
              <a:ext uri="{FF2B5EF4-FFF2-40B4-BE49-F238E27FC236}">
                <a16:creationId xmlns:a16="http://schemas.microsoft.com/office/drawing/2014/main" id="{E868D2E0-2E25-5BAA-A59F-3B032EEF30AD}"/>
              </a:ext>
            </a:extLst>
          </p:cNvPr>
          <p:cNvSpPr/>
          <p:nvPr userDrawn="1"/>
        </p:nvSpPr>
        <p:spPr>
          <a:xfrm>
            <a:off x="14179339" y="7799572"/>
            <a:ext cx="1790700" cy="1790700"/>
          </a:xfrm>
          <a:prstGeom prst="roundRect">
            <a:avLst>
              <a:gd name="adj" fmla="val 4883"/>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0">
                <a:solidFill>
                  <a:schemeClr val="tx2"/>
                </a:solidFill>
              </a:rPr>
              <a:t>#</a:t>
            </a:r>
          </a:p>
        </p:txBody>
      </p:sp>
      <p:sp>
        <p:nvSpPr>
          <p:cNvPr id="26" name="Holder 3">
            <a:extLst>
              <a:ext uri="{FF2B5EF4-FFF2-40B4-BE49-F238E27FC236}">
                <a16:creationId xmlns:a16="http://schemas.microsoft.com/office/drawing/2014/main" id="{9C005CB6-4F18-D26E-F95F-E84676E93107}"/>
              </a:ext>
            </a:extLst>
          </p:cNvPr>
          <p:cNvSpPr>
            <a:spLocks noGrp="1"/>
          </p:cNvSpPr>
          <p:nvPr>
            <p:ph type="body" idx="33" hasCustomPrompt="1"/>
          </p:nvPr>
        </p:nvSpPr>
        <p:spPr>
          <a:xfrm>
            <a:off x="16438196" y="8503914"/>
            <a:ext cx="2944812" cy="382016"/>
          </a:xfrm>
          <a:prstGeom prst="rect">
            <a:avLst/>
          </a:prstGeom>
        </p:spPr>
        <p:txBody>
          <a:bodyPr lIns="0" tIns="0" rIns="0" bIns="0"/>
          <a:lstStyle>
            <a:lvl1pPr algn="l">
              <a:lnSpc>
                <a:spcPts val="2800"/>
              </a:lnSpc>
              <a:defRPr sz="2800" b="0" i="0">
                <a:solidFill>
                  <a:schemeClr val="bg2"/>
                </a:solidFill>
                <a:latin typeface="Delight Medium" pitchFamily="2" charset="77"/>
                <a:cs typeface="Arial"/>
              </a:defRPr>
            </a:lvl1pPr>
          </a:lstStyle>
          <a:p>
            <a:r>
              <a:rPr lang="en-US"/>
              <a:t>Add Item</a:t>
            </a:r>
            <a:endParaRPr/>
          </a:p>
        </p:txBody>
      </p:sp>
    </p:spTree>
    <p:extLst>
      <p:ext uri="{BB962C8B-B14F-4D97-AF65-F5344CB8AC3E}">
        <p14:creationId xmlns:p14="http://schemas.microsoft.com/office/powerpoint/2010/main" val="33662176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ubtitle-Transition">
    <p:spTree>
      <p:nvGrpSpPr>
        <p:cNvPr id="1" name=""/>
        <p:cNvGrpSpPr/>
        <p:nvPr/>
      </p:nvGrpSpPr>
      <p:grpSpPr>
        <a:xfrm>
          <a:off x="0" y="0"/>
          <a:ext cx="0" cy="0"/>
          <a:chOff x="0" y="0"/>
          <a:chExt cx="0" cy="0"/>
        </a:xfrm>
      </p:grpSpPr>
      <p:pic>
        <p:nvPicPr>
          <p:cNvPr id="17" name="bg object 17"/>
          <p:cNvPicPr>
            <a:picLocks noGrp="1" noRot="1" noMove="1" noResize="1" noEditPoints="1" noAdjustHandles="1" noChangeArrowheads="1" noChangeShapeType="1" noCrop="1"/>
          </p:cNvPicPr>
          <p:nvPr userDrawn="1"/>
        </p:nvPicPr>
        <p:blipFill>
          <a:blip r:embed="rId2" cstate="print"/>
          <a:stretch>
            <a:fillRect/>
          </a:stretch>
        </p:blipFill>
        <p:spPr>
          <a:xfrm>
            <a:off x="0" y="11265"/>
            <a:ext cx="20104099" cy="11298085"/>
          </a:xfrm>
          <a:prstGeom prst="rect">
            <a:avLst/>
          </a:prstGeom>
        </p:spPr>
      </p:pic>
      <p:pic>
        <p:nvPicPr>
          <p:cNvPr id="3" name="Picture 2">
            <a:extLst>
              <a:ext uri="{FF2B5EF4-FFF2-40B4-BE49-F238E27FC236}">
                <a16:creationId xmlns:a16="http://schemas.microsoft.com/office/drawing/2014/main" id="{065974E6-2DAC-AE5E-212D-D23385994A8F}"/>
              </a:ext>
            </a:extLst>
          </p:cNvPr>
          <p:cNvPicPr>
            <a:picLocks noGrp="1" noRot="1" noChangeAspect="1" noMove="1" noResize="1" noEditPoints="1" noAdjustHandles="1" noChangeArrowheads="1" noChangeShapeType="1" noCrop="1"/>
          </p:cNvPicPr>
          <p:nvPr userDrawn="1"/>
        </p:nvPicPr>
        <p:blipFill>
          <a:blip r:embed="rId3"/>
          <a:stretch>
            <a:fillRect/>
          </a:stretch>
        </p:blipFill>
        <p:spPr>
          <a:xfrm>
            <a:off x="308874" y="255592"/>
            <a:ext cx="19486349" cy="10798166"/>
          </a:xfrm>
          <a:prstGeom prst="rect">
            <a:avLst/>
          </a:prstGeom>
        </p:spPr>
      </p:pic>
      <p:sp>
        <p:nvSpPr>
          <p:cNvPr id="2" name="Holder 2"/>
          <p:cNvSpPr>
            <a:spLocks noGrp="1"/>
          </p:cNvSpPr>
          <p:nvPr>
            <p:ph type="title"/>
          </p:nvPr>
        </p:nvSpPr>
        <p:spPr>
          <a:xfrm>
            <a:off x="4255470" y="5186510"/>
            <a:ext cx="11593156" cy="1701004"/>
          </a:xfrm>
          <a:prstGeom prst="rect">
            <a:avLst/>
          </a:prstGeom>
        </p:spPr>
        <p:txBody>
          <a:bodyPr lIns="0" tIns="0" rIns="0" bIns="0"/>
          <a:lstStyle>
            <a:lvl1pPr algn="ctr">
              <a:lnSpc>
                <a:spcPts val="11000"/>
              </a:lnSpc>
              <a:defRPr sz="11000" b="0" i="0">
                <a:solidFill>
                  <a:schemeClr val="tx1"/>
                </a:solidFill>
                <a:latin typeface="Delight Medium" pitchFamily="2" charset="77"/>
                <a:cs typeface="Delight Medium" pitchFamily="2" charset="77"/>
              </a:defRPr>
            </a:lvl1pPr>
          </a:lstStyle>
          <a:p>
            <a:r>
              <a:rPr lang="en-US"/>
              <a:t>Click to edit Master title style</a:t>
            </a:r>
            <a:endParaRPr/>
          </a:p>
        </p:txBody>
      </p:sp>
      <p:sp>
        <p:nvSpPr>
          <p:cNvPr id="6" name="Holder 3">
            <a:extLst>
              <a:ext uri="{FF2B5EF4-FFF2-40B4-BE49-F238E27FC236}">
                <a16:creationId xmlns:a16="http://schemas.microsoft.com/office/drawing/2014/main" id="{05B7FC25-FD76-8528-9670-3C67F94EBFD1}"/>
              </a:ext>
            </a:extLst>
          </p:cNvPr>
          <p:cNvSpPr>
            <a:spLocks noGrp="1"/>
          </p:cNvSpPr>
          <p:nvPr>
            <p:ph type="body" idx="10" hasCustomPrompt="1"/>
          </p:nvPr>
        </p:nvSpPr>
        <p:spPr>
          <a:xfrm>
            <a:off x="9053726" y="4304730"/>
            <a:ext cx="1996643" cy="576258"/>
          </a:xfrm>
          <a:prstGeom prst="roundRect">
            <a:avLst/>
          </a:prstGeom>
          <a:solidFill>
            <a:schemeClr val="accent2"/>
          </a:solidFill>
          <a:ln w="31750">
            <a:solidFill>
              <a:schemeClr val="accent2"/>
            </a:solidFill>
          </a:ln>
          <a:effectLst>
            <a:softEdge rad="0"/>
          </a:effectLst>
        </p:spPr>
        <p:txBody>
          <a:bodyPr wrap="none" lIns="45720" tIns="91440" rIns="45720" bIns="91440" anchor="ctr" anchorCtr="1">
            <a:noAutofit/>
          </a:bodyPr>
          <a:lstStyle>
            <a:lvl1pPr algn="ctr">
              <a:lnSpc>
                <a:spcPts val="2800"/>
              </a:lnSpc>
              <a:defRPr sz="2000" b="0" i="0" kern="0" cap="all" spc="300" baseline="0">
                <a:solidFill>
                  <a:schemeClr val="bg1"/>
                </a:solidFill>
                <a:latin typeface="Delight Medium" pitchFamily="2" charset="77"/>
                <a:cs typeface="Arial"/>
              </a:defRPr>
            </a:lvl1pPr>
          </a:lstStyle>
          <a:p>
            <a:r>
              <a:rPr lang="en-US"/>
              <a:t>Section #</a:t>
            </a:r>
          </a:p>
        </p:txBody>
      </p:sp>
    </p:spTree>
    <p:extLst>
      <p:ext uri="{BB962C8B-B14F-4D97-AF65-F5344CB8AC3E}">
        <p14:creationId xmlns:p14="http://schemas.microsoft.com/office/powerpoint/2010/main" val="25615553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ur Team">
    <p:spTree>
      <p:nvGrpSpPr>
        <p:cNvPr id="1" name=""/>
        <p:cNvGrpSpPr/>
        <p:nvPr/>
      </p:nvGrpSpPr>
      <p:grpSpPr>
        <a:xfrm>
          <a:off x="0" y="0"/>
          <a:ext cx="0" cy="0"/>
          <a:chOff x="0" y="0"/>
          <a:chExt cx="0" cy="0"/>
        </a:xfrm>
      </p:grpSpPr>
      <p:sp>
        <p:nvSpPr>
          <p:cNvPr id="2" name="Holder 2"/>
          <p:cNvSpPr>
            <a:spLocks noGrp="1"/>
          </p:cNvSpPr>
          <p:nvPr>
            <p:ph type="title"/>
          </p:nvPr>
        </p:nvSpPr>
        <p:spPr>
          <a:xfrm>
            <a:off x="744693" y="1750789"/>
            <a:ext cx="16317757" cy="2760886"/>
          </a:xfrm>
          <a:prstGeom prst="rect">
            <a:avLst/>
          </a:prstGeom>
        </p:spPr>
        <p:txBody>
          <a:bodyPr lIns="0" tIns="0" rIns="0" bIns="0" anchor="t"/>
          <a:lstStyle>
            <a:lvl1pPr>
              <a:lnSpc>
                <a:spcPts val="11200"/>
              </a:lnSpc>
              <a:defRPr sz="12000" b="0" i="0">
                <a:solidFill>
                  <a:schemeClr val="tx1"/>
                </a:solidFill>
                <a:latin typeface="Delight Medium"/>
                <a:cs typeface="Delight Medium"/>
              </a:defRPr>
            </a:lvl1pPr>
          </a:lstStyle>
          <a:p>
            <a:r>
              <a:rPr lang="en-US"/>
              <a:t>Click to edit Master title style</a:t>
            </a:r>
            <a:endParaRPr/>
          </a:p>
        </p:txBody>
      </p:sp>
      <p:sp>
        <p:nvSpPr>
          <p:cNvPr id="4" name="Holder 3">
            <a:extLst>
              <a:ext uri="{FF2B5EF4-FFF2-40B4-BE49-F238E27FC236}">
                <a16:creationId xmlns:a16="http://schemas.microsoft.com/office/drawing/2014/main" id="{609FD37F-1F9A-0B13-CC57-F3A7F010E80B}"/>
              </a:ext>
            </a:extLst>
          </p:cNvPr>
          <p:cNvSpPr>
            <a:spLocks noGrp="1"/>
          </p:cNvSpPr>
          <p:nvPr>
            <p:ph type="body" idx="1" hasCustomPrompt="1"/>
          </p:nvPr>
        </p:nvSpPr>
        <p:spPr>
          <a:xfrm>
            <a:off x="744693" y="722784"/>
            <a:ext cx="544357" cy="512291"/>
          </a:xfrm>
          <a:prstGeom prst="roundRect">
            <a:avLst/>
          </a:prstGeom>
          <a:solidFill>
            <a:schemeClr val="accent2"/>
          </a:solidFill>
          <a:ln w="31750">
            <a:solidFill>
              <a:schemeClr val="accent2"/>
            </a:solidFill>
          </a:ln>
          <a:effectLst>
            <a:softEdge rad="0"/>
          </a:effectLst>
        </p:spPr>
        <p:txBody>
          <a:bodyPr wrap="none" lIns="45720" tIns="91440" rIns="45720" bIns="91440" anchor="ctr" anchorCtr="1">
            <a:noAutofit/>
          </a:bodyPr>
          <a:lstStyle>
            <a:lvl1pPr algn="ctr">
              <a:lnSpc>
                <a:spcPts val="2800"/>
              </a:lnSpc>
              <a:defRPr sz="2000" b="0" i="0" kern="0" cap="all" spc="300" baseline="0">
                <a:solidFill>
                  <a:schemeClr val="bg1"/>
                </a:solidFill>
                <a:latin typeface="Delight Medium" pitchFamily="2" charset="77"/>
                <a:cs typeface="Arial"/>
              </a:defRPr>
            </a:lvl1pPr>
          </a:lstStyle>
          <a:p>
            <a:r>
              <a:rPr lang="en-US"/>
              <a:t>S#</a:t>
            </a:r>
          </a:p>
        </p:txBody>
      </p:sp>
      <p:sp>
        <p:nvSpPr>
          <p:cNvPr id="5" name="Holder 3">
            <a:extLst>
              <a:ext uri="{FF2B5EF4-FFF2-40B4-BE49-F238E27FC236}">
                <a16:creationId xmlns:a16="http://schemas.microsoft.com/office/drawing/2014/main" id="{6255E875-0480-5E3D-5165-DE8266E4BCD2}"/>
              </a:ext>
            </a:extLst>
          </p:cNvPr>
          <p:cNvSpPr>
            <a:spLocks noGrp="1"/>
          </p:cNvSpPr>
          <p:nvPr>
            <p:ph type="body" idx="13" hasCustomPrompt="1"/>
          </p:nvPr>
        </p:nvSpPr>
        <p:spPr>
          <a:xfrm>
            <a:off x="1403350" y="701676"/>
            <a:ext cx="2743199" cy="533400"/>
          </a:xfrm>
          <a:prstGeom prst="roundRect">
            <a:avLst/>
          </a:prstGeom>
          <a:noFill/>
          <a:ln w="31750">
            <a:solidFill>
              <a:schemeClr val="accent5"/>
            </a:solidFill>
          </a:ln>
          <a:effectLst>
            <a:softEdge rad="0"/>
          </a:effectLst>
        </p:spPr>
        <p:txBody>
          <a:bodyPr wrap="none" lIns="91440" tIns="91440" rIns="91440" bIns="91440" anchor="ctr" anchorCtr="1">
            <a:noAutofit/>
          </a:bodyPr>
          <a:lstStyle>
            <a:lvl1pPr algn="just">
              <a:lnSpc>
                <a:spcPts val="2800"/>
              </a:lnSpc>
              <a:defRPr sz="2000" b="0" i="0" cap="all" spc="300" baseline="0">
                <a:solidFill>
                  <a:schemeClr val="accent6"/>
                </a:solidFill>
                <a:latin typeface="Delight Medium" pitchFamily="2" charset="77"/>
                <a:cs typeface="Arial"/>
              </a:defRPr>
            </a:lvl1pPr>
          </a:lstStyle>
          <a:p>
            <a:r>
              <a:rPr lang="en-US" noProof="0"/>
              <a:t>Section name</a:t>
            </a:r>
          </a:p>
        </p:txBody>
      </p:sp>
      <p:sp>
        <p:nvSpPr>
          <p:cNvPr id="16" name="Slide Number Placeholder 15">
            <a:extLst>
              <a:ext uri="{FF2B5EF4-FFF2-40B4-BE49-F238E27FC236}">
                <a16:creationId xmlns:a16="http://schemas.microsoft.com/office/drawing/2014/main" id="{36B57680-2E7C-5E3A-5960-B4592A08B5B2}"/>
              </a:ext>
            </a:extLst>
          </p:cNvPr>
          <p:cNvSpPr>
            <a:spLocks noGrp="1"/>
          </p:cNvSpPr>
          <p:nvPr>
            <p:ph type="sldNum" sz="quarter" idx="17"/>
          </p:nvPr>
        </p:nvSpPr>
        <p:spPr>
          <a:xfrm>
            <a:off x="18815050" y="10013950"/>
            <a:ext cx="571500" cy="517525"/>
          </a:xfrm>
          <a:prstGeom prst="roundRect">
            <a:avLst>
              <a:gd name="adj" fmla="val 26672"/>
            </a:avLst>
          </a:prstGeom>
          <a:solidFill>
            <a:schemeClr val="tx1"/>
          </a:solidFill>
          <a:ln>
            <a:solidFill>
              <a:schemeClr val="tx1"/>
            </a:solidFill>
          </a:ln>
        </p:spPr>
        <p:txBody>
          <a:bodyPr/>
          <a:lstStyle>
            <a:lvl1pPr algn="ctr">
              <a:defRPr>
                <a:solidFill>
                  <a:schemeClr val="bg1"/>
                </a:solidFill>
              </a:defRPr>
            </a:lvl1pPr>
          </a:lstStyle>
          <a:p>
            <a:fld id="{481B4AAB-B4EA-D749-AC5F-B7E5E0E99202}" type="slidenum">
              <a:rPr lang="en-US" smtClean="0"/>
              <a:pPr/>
              <a:t>‹#›</a:t>
            </a:fld>
            <a:endParaRPr lang="en-US"/>
          </a:p>
        </p:txBody>
      </p:sp>
      <p:sp>
        <p:nvSpPr>
          <p:cNvPr id="13" name="Picture Placeholder 11">
            <a:extLst>
              <a:ext uri="{FF2B5EF4-FFF2-40B4-BE49-F238E27FC236}">
                <a16:creationId xmlns:a16="http://schemas.microsoft.com/office/drawing/2014/main" id="{44A785A1-950B-8C77-5E6A-01939DCEDD15}"/>
              </a:ext>
            </a:extLst>
          </p:cNvPr>
          <p:cNvSpPr>
            <a:spLocks noGrp="1"/>
          </p:cNvSpPr>
          <p:nvPr>
            <p:ph type="pic" sz="quarter" idx="19"/>
          </p:nvPr>
        </p:nvSpPr>
        <p:spPr>
          <a:xfrm>
            <a:off x="3886323" y="4816475"/>
            <a:ext cx="2944812" cy="3848099"/>
          </a:xfrm>
          <a:prstGeom prst="roundRect">
            <a:avLst>
              <a:gd name="adj" fmla="val 3928"/>
            </a:avLst>
          </a:prstGeom>
        </p:spPr>
        <p:txBody>
          <a:bodyPr/>
          <a:lstStyle/>
          <a:p>
            <a:r>
              <a:rPr lang="en-US"/>
              <a:t>Click icon to add picture</a:t>
            </a:r>
          </a:p>
        </p:txBody>
      </p:sp>
      <p:sp>
        <p:nvSpPr>
          <p:cNvPr id="14" name="Picture Placeholder 11">
            <a:extLst>
              <a:ext uri="{FF2B5EF4-FFF2-40B4-BE49-F238E27FC236}">
                <a16:creationId xmlns:a16="http://schemas.microsoft.com/office/drawing/2014/main" id="{2EB4CD6A-60E0-7874-92C3-2B8B65BC2513}"/>
              </a:ext>
            </a:extLst>
          </p:cNvPr>
          <p:cNvSpPr>
            <a:spLocks noGrp="1"/>
          </p:cNvSpPr>
          <p:nvPr>
            <p:ph type="pic" sz="quarter" idx="20"/>
          </p:nvPr>
        </p:nvSpPr>
        <p:spPr>
          <a:xfrm>
            <a:off x="744538" y="4816475"/>
            <a:ext cx="2944812" cy="3848099"/>
          </a:xfrm>
          <a:prstGeom prst="roundRect">
            <a:avLst>
              <a:gd name="adj" fmla="val 3928"/>
            </a:avLst>
          </a:prstGeom>
        </p:spPr>
        <p:txBody>
          <a:bodyPr/>
          <a:lstStyle/>
          <a:p>
            <a:r>
              <a:rPr lang="en-US"/>
              <a:t>Click icon to add picture</a:t>
            </a:r>
          </a:p>
        </p:txBody>
      </p:sp>
      <p:sp>
        <p:nvSpPr>
          <p:cNvPr id="15" name="Picture Placeholder 11">
            <a:extLst>
              <a:ext uri="{FF2B5EF4-FFF2-40B4-BE49-F238E27FC236}">
                <a16:creationId xmlns:a16="http://schemas.microsoft.com/office/drawing/2014/main" id="{70ACE302-95B3-911F-AB83-273E008E5DB4}"/>
              </a:ext>
            </a:extLst>
          </p:cNvPr>
          <p:cNvSpPr>
            <a:spLocks noGrp="1"/>
          </p:cNvSpPr>
          <p:nvPr>
            <p:ph type="pic" sz="quarter" idx="21"/>
          </p:nvPr>
        </p:nvSpPr>
        <p:spPr>
          <a:xfrm>
            <a:off x="10169893" y="4816475"/>
            <a:ext cx="2944812" cy="3848099"/>
          </a:xfrm>
          <a:prstGeom prst="roundRect">
            <a:avLst>
              <a:gd name="adj" fmla="val 3928"/>
            </a:avLst>
          </a:prstGeom>
        </p:spPr>
        <p:txBody>
          <a:bodyPr/>
          <a:lstStyle/>
          <a:p>
            <a:r>
              <a:rPr lang="en-US"/>
              <a:t>Click icon to add picture</a:t>
            </a:r>
          </a:p>
        </p:txBody>
      </p:sp>
      <p:sp>
        <p:nvSpPr>
          <p:cNvPr id="17" name="Picture Placeholder 11">
            <a:extLst>
              <a:ext uri="{FF2B5EF4-FFF2-40B4-BE49-F238E27FC236}">
                <a16:creationId xmlns:a16="http://schemas.microsoft.com/office/drawing/2014/main" id="{42C6BB06-0E8B-702B-4085-BF8215AAC548}"/>
              </a:ext>
            </a:extLst>
          </p:cNvPr>
          <p:cNvSpPr>
            <a:spLocks noGrp="1"/>
          </p:cNvSpPr>
          <p:nvPr>
            <p:ph type="pic" sz="quarter" idx="22"/>
          </p:nvPr>
        </p:nvSpPr>
        <p:spPr>
          <a:xfrm>
            <a:off x="7028108" y="4816475"/>
            <a:ext cx="2944812" cy="3848099"/>
          </a:xfrm>
          <a:prstGeom prst="roundRect">
            <a:avLst>
              <a:gd name="adj" fmla="val 3928"/>
            </a:avLst>
          </a:prstGeom>
        </p:spPr>
        <p:txBody>
          <a:bodyPr/>
          <a:lstStyle/>
          <a:p>
            <a:r>
              <a:rPr lang="en-US"/>
              <a:t>Click icon to add picture</a:t>
            </a:r>
          </a:p>
        </p:txBody>
      </p:sp>
      <p:sp>
        <p:nvSpPr>
          <p:cNvPr id="18" name="Picture Placeholder 11">
            <a:extLst>
              <a:ext uri="{FF2B5EF4-FFF2-40B4-BE49-F238E27FC236}">
                <a16:creationId xmlns:a16="http://schemas.microsoft.com/office/drawing/2014/main" id="{73A66E9F-7C0F-B1DF-F5EF-43EB7FBDDF88}"/>
              </a:ext>
            </a:extLst>
          </p:cNvPr>
          <p:cNvSpPr>
            <a:spLocks noGrp="1"/>
          </p:cNvSpPr>
          <p:nvPr>
            <p:ph type="pic" sz="quarter" idx="23"/>
          </p:nvPr>
        </p:nvSpPr>
        <p:spPr>
          <a:xfrm>
            <a:off x="16453461" y="4816475"/>
            <a:ext cx="2944812" cy="3848099"/>
          </a:xfrm>
          <a:prstGeom prst="roundRect">
            <a:avLst>
              <a:gd name="adj" fmla="val 3928"/>
            </a:avLst>
          </a:prstGeom>
        </p:spPr>
        <p:txBody>
          <a:bodyPr/>
          <a:lstStyle/>
          <a:p>
            <a:r>
              <a:rPr lang="en-US"/>
              <a:t>Click icon to add picture</a:t>
            </a:r>
          </a:p>
        </p:txBody>
      </p:sp>
      <p:sp>
        <p:nvSpPr>
          <p:cNvPr id="19" name="Picture Placeholder 11">
            <a:extLst>
              <a:ext uri="{FF2B5EF4-FFF2-40B4-BE49-F238E27FC236}">
                <a16:creationId xmlns:a16="http://schemas.microsoft.com/office/drawing/2014/main" id="{E25B2D14-543F-FB2C-CCCB-6BDBF377E441}"/>
              </a:ext>
            </a:extLst>
          </p:cNvPr>
          <p:cNvSpPr>
            <a:spLocks noGrp="1"/>
          </p:cNvSpPr>
          <p:nvPr>
            <p:ph type="pic" sz="quarter" idx="24"/>
          </p:nvPr>
        </p:nvSpPr>
        <p:spPr>
          <a:xfrm>
            <a:off x="13311678" y="4816475"/>
            <a:ext cx="2944812" cy="3848099"/>
          </a:xfrm>
          <a:prstGeom prst="roundRect">
            <a:avLst>
              <a:gd name="adj" fmla="val 3928"/>
            </a:avLst>
          </a:prstGeom>
        </p:spPr>
        <p:txBody>
          <a:bodyPr/>
          <a:lstStyle/>
          <a:p>
            <a:r>
              <a:rPr lang="en-US"/>
              <a:t>Click icon to add picture</a:t>
            </a:r>
          </a:p>
        </p:txBody>
      </p:sp>
      <p:sp>
        <p:nvSpPr>
          <p:cNvPr id="20" name="Holder 3">
            <a:extLst>
              <a:ext uri="{FF2B5EF4-FFF2-40B4-BE49-F238E27FC236}">
                <a16:creationId xmlns:a16="http://schemas.microsoft.com/office/drawing/2014/main" id="{9E418B74-8E5F-9A17-57D1-E1763CBEBE3D}"/>
              </a:ext>
            </a:extLst>
          </p:cNvPr>
          <p:cNvSpPr>
            <a:spLocks noGrp="1"/>
          </p:cNvSpPr>
          <p:nvPr>
            <p:ph type="body" idx="25" hasCustomPrompt="1"/>
          </p:nvPr>
        </p:nvSpPr>
        <p:spPr>
          <a:xfrm>
            <a:off x="741964" y="8854058"/>
            <a:ext cx="2944812" cy="382016"/>
          </a:xfrm>
          <a:prstGeom prst="rect">
            <a:avLst/>
          </a:prstGeom>
        </p:spPr>
        <p:txBody>
          <a:bodyPr lIns="0" tIns="0" rIns="0" bIns="0"/>
          <a:lstStyle>
            <a:lvl1pPr algn="ctr">
              <a:lnSpc>
                <a:spcPts val="2800"/>
              </a:lnSpc>
              <a:defRPr sz="2800" b="0" i="0">
                <a:solidFill>
                  <a:schemeClr val="tx2"/>
                </a:solidFill>
                <a:latin typeface="Delight Medium" pitchFamily="2" charset="77"/>
                <a:cs typeface="Arial"/>
              </a:defRPr>
            </a:lvl1pPr>
          </a:lstStyle>
          <a:p>
            <a:r>
              <a:rPr lang="en-US"/>
              <a:t>Add Name</a:t>
            </a:r>
            <a:endParaRPr/>
          </a:p>
        </p:txBody>
      </p:sp>
      <p:sp>
        <p:nvSpPr>
          <p:cNvPr id="21" name="Holder 3">
            <a:extLst>
              <a:ext uri="{FF2B5EF4-FFF2-40B4-BE49-F238E27FC236}">
                <a16:creationId xmlns:a16="http://schemas.microsoft.com/office/drawing/2014/main" id="{1F264448-CA6F-C43B-A1CE-FE78D413A732}"/>
              </a:ext>
            </a:extLst>
          </p:cNvPr>
          <p:cNvSpPr>
            <a:spLocks noGrp="1"/>
          </p:cNvSpPr>
          <p:nvPr>
            <p:ph type="body" idx="26" hasCustomPrompt="1"/>
          </p:nvPr>
        </p:nvSpPr>
        <p:spPr>
          <a:xfrm>
            <a:off x="3883749" y="8854058"/>
            <a:ext cx="2944812" cy="382016"/>
          </a:xfrm>
          <a:prstGeom prst="rect">
            <a:avLst/>
          </a:prstGeom>
        </p:spPr>
        <p:txBody>
          <a:bodyPr lIns="0" tIns="0" rIns="0" bIns="0"/>
          <a:lstStyle>
            <a:lvl1pPr algn="ctr">
              <a:lnSpc>
                <a:spcPts val="2800"/>
              </a:lnSpc>
              <a:defRPr sz="2800" b="0" i="0">
                <a:solidFill>
                  <a:schemeClr val="tx2"/>
                </a:solidFill>
                <a:latin typeface="Delight Medium" pitchFamily="2" charset="77"/>
                <a:cs typeface="Arial"/>
              </a:defRPr>
            </a:lvl1pPr>
          </a:lstStyle>
          <a:p>
            <a:r>
              <a:rPr lang="en-US"/>
              <a:t>Add Name</a:t>
            </a:r>
            <a:endParaRPr/>
          </a:p>
        </p:txBody>
      </p:sp>
      <p:sp>
        <p:nvSpPr>
          <p:cNvPr id="22" name="Holder 3">
            <a:extLst>
              <a:ext uri="{FF2B5EF4-FFF2-40B4-BE49-F238E27FC236}">
                <a16:creationId xmlns:a16="http://schemas.microsoft.com/office/drawing/2014/main" id="{AB5A724C-73F9-0363-7489-306BD50D8D04}"/>
              </a:ext>
            </a:extLst>
          </p:cNvPr>
          <p:cNvSpPr>
            <a:spLocks noGrp="1"/>
          </p:cNvSpPr>
          <p:nvPr>
            <p:ph type="body" idx="27" hasCustomPrompt="1"/>
          </p:nvPr>
        </p:nvSpPr>
        <p:spPr>
          <a:xfrm>
            <a:off x="7025533" y="8854058"/>
            <a:ext cx="2944812" cy="382016"/>
          </a:xfrm>
          <a:prstGeom prst="rect">
            <a:avLst/>
          </a:prstGeom>
        </p:spPr>
        <p:txBody>
          <a:bodyPr lIns="0" tIns="0" rIns="0" bIns="0"/>
          <a:lstStyle>
            <a:lvl1pPr algn="ctr">
              <a:lnSpc>
                <a:spcPts val="2800"/>
              </a:lnSpc>
              <a:defRPr sz="2800" b="0" i="0">
                <a:solidFill>
                  <a:schemeClr val="tx2"/>
                </a:solidFill>
                <a:latin typeface="Delight Medium" pitchFamily="2" charset="77"/>
                <a:cs typeface="Arial"/>
              </a:defRPr>
            </a:lvl1pPr>
          </a:lstStyle>
          <a:p>
            <a:r>
              <a:rPr lang="en-US"/>
              <a:t>Add Name</a:t>
            </a:r>
            <a:endParaRPr/>
          </a:p>
        </p:txBody>
      </p:sp>
      <p:sp>
        <p:nvSpPr>
          <p:cNvPr id="23" name="Holder 3">
            <a:extLst>
              <a:ext uri="{FF2B5EF4-FFF2-40B4-BE49-F238E27FC236}">
                <a16:creationId xmlns:a16="http://schemas.microsoft.com/office/drawing/2014/main" id="{2154B34E-ECD4-73B9-B325-D58CEB385D47}"/>
              </a:ext>
            </a:extLst>
          </p:cNvPr>
          <p:cNvSpPr>
            <a:spLocks noGrp="1"/>
          </p:cNvSpPr>
          <p:nvPr>
            <p:ph type="body" idx="28" hasCustomPrompt="1"/>
          </p:nvPr>
        </p:nvSpPr>
        <p:spPr>
          <a:xfrm>
            <a:off x="10167318" y="8854058"/>
            <a:ext cx="2944812" cy="382016"/>
          </a:xfrm>
          <a:prstGeom prst="rect">
            <a:avLst/>
          </a:prstGeom>
        </p:spPr>
        <p:txBody>
          <a:bodyPr lIns="0" tIns="0" rIns="0" bIns="0"/>
          <a:lstStyle>
            <a:lvl1pPr algn="ctr">
              <a:lnSpc>
                <a:spcPts val="2800"/>
              </a:lnSpc>
              <a:defRPr sz="2800" b="0" i="0">
                <a:solidFill>
                  <a:schemeClr val="tx2"/>
                </a:solidFill>
                <a:latin typeface="Delight Medium" pitchFamily="2" charset="77"/>
                <a:cs typeface="Arial"/>
              </a:defRPr>
            </a:lvl1pPr>
          </a:lstStyle>
          <a:p>
            <a:r>
              <a:rPr lang="en-US"/>
              <a:t>Add Name</a:t>
            </a:r>
            <a:endParaRPr/>
          </a:p>
        </p:txBody>
      </p:sp>
      <p:sp>
        <p:nvSpPr>
          <p:cNvPr id="24" name="Holder 3">
            <a:extLst>
              <a:ext uri="{FF2B5EF4-FFF2-40B4-BE49-F238E27FC236}">
                <a16:creationId xmlns:a16="http://schemas.microsoft.com/office/drawing/2014/main" id="{43B8CAE3-21D2-8123-547B-CBB7EA334720}"/>
              </a:ext>
            </a:extLst>
          </p:cNvPr>
          <p:cNvSpPr>
            <a:spLocks noGrp="1"/>
          </p:cNvSpPr>
          <p:nvPr>
            <p:ph type="body" idx="29" hasCustomPrompt="1"/>
          </p:nvPr>
        </p:nvSpPr>
        <p:spPr>
          <a:xfrm>
            <a:off x="13309102" y="8854058"/>
            <a:ext cx="2944812" cy="382016"/>
          </a:xfrm>
          <a:prstGeom prst="rect">
            <a:avLst/>
          </a:prstGeom>
        </p:spPr>
        <p:txBody>
          <a:bodyPr lIns="0" tIns="0" rIns="0" bIns="0"/>
          <a:lstStyle>
            <a:lvl1pPr algn="ctr">
              <a:lnSpc>
                <a:spcPts val="2800"/>
              </a:lnSpc>
              <a:defRPr sz="2800" b="0" i="0">
                <a:solidFill>
                  <a:schemeClr val="tx2"/>
                </a:solidFill>
                <a:latin typeface="Delight Medium" pitchFamily="2" charset="77"/>
                <a:cs typeface="Arial"/>
              </a:defRPr>
            </a:lvl1pPr>
          </a:lstStyle>
          <a:p>
            <a:r>
              <a:rPr lang="en-US"/>
              <a:t>Add Name</a:t>
            </a:r>
            <a:endParaRPr/>
          </a:p>
        </p:txBody>
      </p:sp>
      <p:sp>
        <p:nvSpPr>
          <p:cNvPr id="25" name="Holder 3">
            <a:extLst>
              <a:ext uri="{FF2B5EF4-FFF2-40B4-BE49-F238E27FC236}">
                <a16:creationId xmlns:a16="http://schemas.microsoft.com/office/drawing/2014/main" id="{19B10D4D-8F9D-DD06-1735-1514DCD73278}"/>
              </a:ext>
            </a:extLst>
          </p:cNvPr>
          <p:cNvSpPr>
            <a:spLocks noGrp="1"/>
          </p:cNvSpPr>
          <p:nvPr>
            <p:ph type="body" idx="30" hasCustomPrompt="1"/>
          </p:nvPr>
        </p:nvSpPr>
        <p:spPr>
          <a:xfrm>
            <a:off x="16450887" y="8854058"/>
            <a:ext cx="2944812" cy="382016"/>
          </a:xfrm>
          <a:prstGeom prst="rect">
            <a:avLst/>
          </a:prstGeom>
        </p:spPr>
        <p:txBody>
          <a:bodyPr lIns="0" tIns="0" rIns="0" bIns="0"/>
          <a:lstStyle>
            <a:lvl1pPr algn="ctr">
              <a:lnSpc>
                <a:spcPts val="2800"/>
              </a:lnSpc>
              <a:defRPr sz="2800" b="0" i="0">
                <a:solidFill>
                  <a:schemeClr val="tx2"/>
                </a:solidFill>
                <a:latin typeface="Delight Medium" pitchFamily="2" charset="77"/>
                <a:cs typeface="Arial"/>
              </a:defRPr>
            </a:lvl1pPr>
          </a:lstStyle>
          <a:p>
            <a:r>
              <a:rPr lang="en-US"/>
              <a:t>Add Name</a:t>
            </a:r>
            <a:endParaRPr/>
          </a:p>
        </p:txBody>
      </p:sp>
      <p:sp>
        <p:nvSpPr>
          <p:cNvPr id="26" name="Holder 3">
            <a:extLst>
              <a:ext uri="{FF2B5EF4-FFF2-40B4-BE49-F238E27FC236}">
                <a16:creationId xmlns:a16="http://schemas.microsoft.com/office/drawing/2014/main" id="{FE34137D-ACAD-06D0-CE12-5391A7401E3A}"/>
              </a:ext>
            </a:extLst>
          </p:cNvPr>
          <p:cNvSpPr>
            <a:spLocks noGrp="1"/>
          </p:cNvSpPr>
          <p:nvPr>
            <p:ph type="body" idx="31" hasCustomPrompt="1"/>
          </p:nvPr>
        </p:nvSpPr>
        <p:spPr>
          <a:xfrm>
            <a:off x="1079560" y="9273158"/>
            <a:ext cx="2269620" cy="382016"/>
          </a:xfrm>
          <a:prstGeom prst="roundRect">
            <a:avLst/>
          </a:prstGeom>
          <a:noFill/>
          <a:ln w="31750">
            <a:solidFill>
              <a:schemeClr val="tx2"/>
            </a:solidFill>
          </a:ln>
          <a:effectLst>
            <a:softEdge rad="0"/>
          </a:effectLst>
        </p:spPr>
        <p:txBody>
          <a:bodyPr wrap="none" lIns="91440" tIns="91440" rIns="91440" bIns="91440" anchor="ctr" anchorCtr="1">
            <a:noAutofit/>
          </a:bodyPr>
          <a:lstStyle>
            <a:lvl1pPr algn="just">
              <a:lnSpc>
                <a:spcPts val="2800"/>
              </a:lnSpc>
              <a:defRPr sz="1400" b="1" i="0" cap="all" spc="150" baseline="0">
                <a:solidFill>
                  <a:schemeClr val="tx2"/>
                </a:solidFill>
                <a:latin typeface="Delight Semi Bold" pitchFamily="2" charset="77"/>
                <a:cs typeface="Arial"/>
              </a:defRPr>
            </a:lvl1pPr>
          </a:lstStyle>
          <a:p>
            <a:r>
              <a:rPr lang="en-US" noProof="0"/>
              <a:t>Title/Role</a:t>
            </a:r>
          </a:p>
        </p:txBody>
      </p:sp>
      <p:sp>
        <p:nvSpPr>
          <p:cNvPr id="27" name="Holder 3">
            <a:extLst>
              <a:ext uri="{FF2B5EF4-FFF2-40B4-BE49-F238E27FC236}">
                <a16:creationId xmlns:a16="http://schemas.microsoft.com/office/drawing/2014/main" id="{FBAB60A6-0E50-C96F-04E2-DDB8405119C4}"/>
              </a:ext>
            </a:extLst>
          </p:cNvPr>
          <p:cNvSpPr>
            <a:spLocks noGrp="1"/>
          </p:cNvSpPr>
          <p:nvPr>
            <p:ph type="body" idx="32" hasCustomPrompt="1"/>
          </p:nvPr>
        </p:nvSpPr>
        <p:spPr>
          <a:xfrm>
            <a:off x="4221345" y="9273158"/>
            <a:ext cx="2269620" cy="382016"/>
          </a:xfrm>
          <a:prstGeom prst="roundRect">
            <a:avLst/>
          </a:prstGeom>
          <a:noFill/>
          <a:ln w="31750">
            <a:solidFill>
              <a:schemeClr val="tx2"/>
            </a:solidFill>
          </a:ln>
          <a:effectLst>
            <a:softEdge rad="0"/>
          </a:effectLst>
        </p:spPr>
        <p:txBody>
          <a:bodyPr wrap="none" lIns="91440" tIns="91440" rIns="91440" bIns="91440" anchor="ctr" anchorCtr="1">
            <a:noAutofit/>
          </a:bodyPr>
          <a:lstStyle>
            <a:lvl1pPr algn="just">
              <a:lnSpc>
                <a:spcPts val="2800"/>
              </a:lnSpc>
              <a:defRPr sz="1400" b="1" i="0" cap="all" spc="150" baseline="0">
                <a:solidFill>
                  <a:schemeClr val="tx2"/>
                </a:solidFill>
                <a:latin typeface="Delight Semi Bold" pitchFamily="2" charset="77"/>
                <a:cs typeface="Arial"/>
              </a:defRPr>
            </a:lvl1pPr>
          </a:lstStyle>
          <a:p>
            <a:r>
              <a:rPr lang="en-US" noProof="0"/>
              <a:t>Title/Role</a:t>
            </a:r>
          </a:p>
        </p:txBody>
      </p:sp>
      <p:sp>
        <p:nvSpPr>
          <p:cNvPr id="28" name="Holder 3">
            <a:extLst>
              <a:ext uri="{FF2B5EF4-FFF2-40B4-BE49-F238E27FC236}">
                <a16:creationId xmlns:a16="http://schemas.microsoft.com/office/drawing/2014/main" id="{EEFA4546-85D7-FC0B-F300-41A78A6A0AB1}"/>
              </a:ext>
            </a:extLst>
          </p:cNvPr>
          <p:cNvSpPr>
            <a:spLocks noGrp="1"/>
          </p:cNvSpPr>
          <p:nvPr>
            <p:ph type="body" idx="33" hasCustomPrompt="1"/>
          </p:nvPr>
        </p:nvSpPr>
        <p:spPr>
          <a:xfrm>
            <a:off x="7363129" y="9273158"/>
            <a:ext cx="2269620" cy="382016"/>
          </a:xfrm>
          <a:prstGeom prst="roundRect">
            <a:avLst/>
          </a:prstGeom>
          <a:noFill/>
          <a:ln w="31750">
            <a:solidFill>
              <a:schemeClr val="tx2"/>
            </a:solidFill>
          </a:ln>
          <a:effectLst>
            <a:softEdge rad="0"/>
          </a:effectLst>
        </p:spPr>
        <p:txBody>
          <a:bodyPr wrap="none" lIns="91440" tIns="91440" rIns="91440" bIns="91440" anchor="ctr" anchorCtr="1">
            <a:noAutofit/>
          </a:bodyPr>
          <a:lstStyle>
            <a:lvl1pPr algn="just">
              <a:lnSpc>
                <a:spcPts val="2800"/>
              </a:lnSpc>
              <a:defRPr sz="1400" b="1" i="0" cap="all" spc="150" baseline="0">
                <a:solidFill>
                  <a:schemeClr val="tx2"/>
                </a:solidFill>
                <a:latin typeface="Delight Semi Bold" pitchFamily="2" charset="77"/>
                <a:cs typeface="Arial"/>
              </a:defRPr>
            </a:lvl1pPr>
          </a:lstStyle>
          <a:p>
            <a:r>
              <a:rPr lang="en-US" noProof="0"/>
              <a:t>Title/Role</a:t>
            </a:r>
          </a:p>
        </p:txBody>
      </p:sp>
      <p:sp>
        <p:nvSpPr>
          <p:cNvPr id="29" name="Holder 3">
            <a:extLst>
              <a:ext uri="{FF2B5EF4-FFF2-40B4-BE49-F238E27FC236}">
                <a16:creationId xmlns:a16="http://schemas.microsoft.com/office/drawing/2014/main" id="{03898B82-DD93-74CE-6D15-3F13CA7B2E68}"/>
              </a:ext>
            </a:extLst>
          </p:cNvPr>
          <p:cNvSpPr>
            <a:spLocks noGrp="1"/>
          </p:cNvSpPr>
          <p:nvPr>
            <p:ph type="body" idx="34" hasCustomPrompt="1"/>
          </p:nvPr>
        </p:nvSpPr>
        <p:spPr>
          <a:xfrm>
            <a:off x="10504914" y="9273158"/>
            <a:ext cx="2269620" cy="382016"/>
          </a:xfrm>
          <a:prstGeom prst="roundRect">
            <a:avLst/>
          </a:prstGeom>
          <a:noFill/>
          <a:ln w="31750">
            <a:solidFill>
              <a:schemeClr val="tx2"/>
            </a:solidFill>
          </a:ln>
          <a:effectLst>
            <a:softEdge rad="0"/>
          </a:effectLst>
        </p:spPr>
        <p:txBody>
          <a:bodyPr wrap="none" lIns="91440" tIns="91440" rIns="91440" bIns="91440" anchor="ctr" anchorCtr="1">
            <a:noAutofit/>
          </a:bodyPr>
          <a:lstStyle>
            <a:lvl1pPr algn="just">
              <a:lnSpc>
                <a:spcPts val="2800"/>
              </a:lnSpc>
              <a:defRPr sz="1400" b="1" i="0" cap="all" spc="150" baseline="0">
                <a:solidFill>
                  <a:schemeClr val="tx2"/>
                </a:solidFill>
                <a:latin typeface="Delight Semi Bold" pitchFamily="2" charset="77"/>
                <a:cs typeface="Arial"/>
              </a:defRPr>
            </a:lvl1pPr>
          </a:lstStyle>
          <a:p>
            <a:r>
              <a:rPr lang="en-US" noProof="0"/>
              <a:t>Title/Role</a:t>
            </a:r>
          </a:p>
        </p:txBody>
      </p:sp>
      <p:sp>
        <p:nvSpPr>
          <p:cNvPr id="30" name="Holder 3">
            <a:extLst>
              <a:ext uri="{FF2B5EF4-FFF2-40B4-BE49-F238E27FC236}">
                <a16:creationId xmlns:a16="http://schemas.microsoft.com/office/drawing/2014/main" id="{099ECA2E-429A-280F-5DFB-9263E8697DF1}"/>
              </a:ext>
            </a:extLst>
          </p:cNvPr>
          <p:cNvSpPr>
            <a:spLocks noGrp="1"/>
          </p:cNvSpPr>
          <p:nvPr>
            <p:ph type="body" idx="35" hasCustomPrompt="1"/>
          </p:nvPr>
        </p:nvSpPr>
        <p:spPr>
          <a:xfrm>
            <a:off x="13646698" y="9273158"/>
            <a:ext cx="2269620" cy="382016"/>
          </a:xfrm>
          <a:prstGeom prst="roundRect">
            <a:avLst/>
          </a:prstGeom>
          <a:noFill/>
          <a:ln w="31750">
            <a:solidFill>
              <a:schemeClr val="tx2"/>
            </a:solidFill>
          </a:ln>
          <a:effectLst>
            <a:softEdge rad="0"/>
          </a:effectLst>
        </p:spPr>
        <p:txBody>
          <a:bodyPr wrap="none" lIns="91440" tIns="91440" rIns="91440" bIns="91440" anchor="ctr" anchorCtr="1">
            <a:noAutofit/>
          </a:bodyPr>
          <a:lstStyle>
            <a:lvl1pPr algn="just">
              <a:lnSpc>
                <a:spcPts val="2800"/>
              </a:lnSpc>
              <a:defRPr sz="1400" b="1" i="0" cap="all" spc="150" baseline="0">
                <a:solidFill>
                  <a:schemeClr val="tx2"/>
                </a:solidFill>
                <a:latin typeface="Delight Semi Bold" pitchFamily="2" charset="77"/>
                <a:cs typeface="Arial"/>
              </a:defRPr>
            </a:lvl1pPr>
          </a:lstStyle>
          <a:p>
            <a:r>
              <a:rPr lang="en-US" noProof="0"/>
              <a:t>Title/Role</a:t>
            </a:r>
          </a:p>
        </p:txBody>
      </p:sp>
      <p:sp>
        <p:nvSpPr>
          <p:cNvPr id="31" name="Holder 3">
            <a:extLst>
              <a:ext uri="{FF2B5EF4-FFF2-40B4-BE49-F238E27FC236}">
                <a16:creationId xmlns:a16="http://schemas.microsoft.com/office/drawing/2014/main" id="{C22C5E4D-2DAA-B000-969B-561E453EA17E}"/>
              </a:ext>
            </a:extLst>
          </p:cNvPr>
          <p:cNvSpPr>
            <a:spLocks noGrp="1"/>
          </p:cNvSpPr>
          <p:nvPr>
            <p:ph type="body" idx="36" hasCustomPrompt="1"/>
          </p:nvPr>
        </p:nvSpPr>
        <p:spPr>
          <a:xfrm>
            <a:off x="16788483" y="9273158"/>
            <a:ext cx="2269620" cy="382016"/>
          </a:xfrm>
          <a:prstGeom prst="roundRect">
            <a:avLst/>
          </a:prstGeom>
          <a:noFill/>
          <a:ln w="31750">
            <a:solidFill>
              <a:schemeClr val="tx2"/>
            </a:solidFill>
          </a:ln>
          <a:effectLst>
            <a:softEdge rad="0"/>
          </a:effectLst>
        </p:spPr>
        <p:txBody>
          <a:bodyPr wrap="none" lIns="91440" tIns="91440" rIns="91440" bIns="91440" anchor="ctr" anchorCtr="1">
            <a:noAutofit/>
          </a:bodyPr>
          <a:lstStyle>
            <a:lvl1pPr algn="just">
              <a:lnSpc>
                <a:spcPts val="2800"/>
              </a:lnSpc>
              <a:defRPr sz="1400" b="1" i="0" cap="all" spc="150" baseline="0">
                <a:solidFill>
                  <a:schemeClr val="tx2"/>
                </a:solidFill>
                <a:latin typeface="Delight Semi Bold" pitchFamily="2" charset="77"/>
                <a:cs typeface="Arial"/>
              </a:defRPr>
            </a:lvl1pPr>
          </a:lstStyle>
          <a:p>
            <a:r>
              <a:rPr lang="en-US" noProof="0"/>
              <a:t>Title/Role</a:t>
            </a:r>
          </a:p>
        </p:txBody>
      </p:sp>
    </p:spTree>
    <p:extLst>
      <p:ext uri="{BB962C8B-B14F-4D97-AF65-F5344CB8AC3E}">
        <p14:creationId xmlns:p14="http://schemas.microsoft.com/office/powerpoint/2010/main" val="28269959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01">
    <p:spTree>
      <p:nvGrpSpPr>
        <p:cNvPr id="1" name=""/>
        <p:cNvGrpSpPr/>
        <p:nvPr/>
      </p:nvGrpSpPr>
      <p:grpSpPr>
        <a:xfrm>
          <a:off x="0" y="0"/>
          <a:ext cx="0" cy="0"/>
          <a:chOff x="0" y="0"/>
          <a:chExt cx="0" cy="0"/>
        </a:xfrm>
      </p:grpSpPr>
      <p:sp>
        <p:nvSpPr>
          <p:cNvPr id="2" name="Holder 2"/>
          <p:cNvSpPr>
            <a:spLocks noGrp="1"/>
          </p:cNvSpPr>
          <p:nvPr>
            <p:ph type="title"/>
          </p:nvPr>
        </p:nvSpPr>
        <p:spPr>
          <a:xfrm>
            <a:off x="744693" y="4936506"/>
            <a:ext cx="6983257" cy="908669"/>
          </a:xfrm>
          <a:prstGeom prst="rect">
            <a:avLst/>
          </a:prstGeom>
        </p:spPr>
        <p:txBody>
          <a:bodyPr lIns="0" tIns="0" rIns="0" bIns="0"/>
          <a:lstStyle>
            <a:lvl1pPr>
              <a:lnSpc>
                <a:spcPts val="7200"/>
              </a:lnSpc>
              <a:defRPr sz="9000" b="0" i="0">
                <a:solidFill>
                  <a:schemeClr val="tx1"/>
                </a:solidFill>
                <a:latin typeface="Delight Medium"/>
                <a:cs typeface="Delight Medium"/>
              </a:defRPr>
            </a:lvl1pPr>
          </a:lstStyle>
          <a:p>
            <a:r>
              <a:rPr lang="en-US"/>
              <a:t>Click to edit Master title style</a:t>
            </a:r>
            <a:endParaRPr/>
          </a:p>
        </p:txBody>
      </p:sp>
      <p:sp>
        <p:nvSpPr>
          <p:cNvPr id="3" name="Holder 3"/>
          <p:cNvSpPr>
            <a:spLocks noGrp="1"/>
          </p:cNvSpPr>
          <p:nvPr>
            <p:ph type="body" idx="1"/>
          </p:nvPr>
        </p:nvSpPr>
        <p:spPr>
          <a:xfrm>
            <a:off x="741964" y="6502042"/>
            <a:ext cx="6985326" cy="329514"/>
          </a:xfrm>
          <a:prstGeom prst="rect">
            <a:avLst/>
          </a:prstGeom>
        </p:spPr>
        <p:txBody>
          <a:bodyPr lIns="0" tIns="0" rIns="0" bIns="0"/>
          <a:lstStyle>
            <a:lvl1pPr algn="just">
              <a:lnSpc>
                <a:spcPts val="2800"/>
              </a:lnSpc>
              <a:defRPr sz="1800" b="0" i="0">
                <a:solidFill>
                  <a:schemeClr val="accent6"/>
                </a:solidFill>
                <a:latin typeface="Delight Regular" pitchFamily="2" charset="77"/>
                <a:cs typeface="Arial"/>
              </a:defRPr>
            </a:lvl1pPr>
          </a:lstStyle>
          <a:p>
            <a:pPr lvl="0"/>
            <a:r>
              <a:rPr lang="en-US"/>
              <a:t>Click to edit Master text styles</a:t>
            </a:r>
          </a:p>
        </p:txBody>
      </p:sp>
      <p:sp>
        <p:nvSpPr>
          <p:cNvPr id="6" name="Holder 3">
            <a:extLst>
              <a:ext uri="{FF2B5EF4-FFF2-40B4-BE49-F238E27FC236}">
                <a16:creationId xmlns:a16="http://schemas.microsoft.com/office/drawing/2014/main" id="{F3DD9A05-AE8A-9AC6-1A42-A4FEDCB0A67D}"/>
              </a:ext>
            </a:extLst>
          </p:cNvPr>
          <p:cNvSpPr>
            <a:spLocks noGrp="1"/>
          </p:cNvSpPr>
          <p:nvPr>
            <p:ph type="body" idx="18" hasCustomPrompt="1"/>
          </p:nvPr>
        </p:nvSpPr>
        <p:spPr>
          <a:xfrm>
            <a:off x="744693" y="3504083"/>
            <a:ext cx="544357" cy="512291"/>
          </a:xfrm>
          <a:prstGeom prst="roundRect">
            <a:avLst/>
          </a:prstGeom>
          <a:solidFill>
            <a:schemeClr val="accent2"/>
          </a:solidFill>
          <a:ln w="31750">
            <a:solidFill>
              <a:schemeClr val="accent2"/>
            </a:solidFill>
          </a:ln>
          <a:effectLst>
            <a:softEdge rad="0"/>
          </a:effectLst>
        </p:spPr>
        <p:txBody>
          <a:bodyPr wrap="none" lIns="45720" tIns="91440" rIns="45720" bIns="91440" anchor="ctr" anchorCtr="1">
            <a:noAutofit/>
          </a:bodyPr>
          <a:lstStyle>
            <a:lvl1pPr algn="ctr">
              <a:lnSpc>
                <a:spcPts val="2800"/>
              </a:lnSpc>
              <a:defRPr sz="2000" b="0" i="0" kern="0" cap="all" spc="300" baseline="0">
                <a:solidFill>
                  <a:schemeClr val="bg1"/>
                </a:solidFill>
                <a:latin typeface="Delight Medium" pitchFamily="2" charset="77"/>
                <a:cs typeface="Arial"/>
              </a:defRPr>
            </a:lvl1pPr>
          </a:lstStyle>
          <a:p>
            <a:r>
              <a:rPr lang="en-US"/>
              <a:t>S#</a:t>
            </a:r>
          </a:p>
        </p:txBody>
      </p:sp>
      <p:sp>
        <p:nvSpPr>
          <p:cNvPr id="10" name="Holder 3">
            <a:extLst>
              <a:ext uri="{FF2B5EF4-FFF2-40B4-BE49-F238E27FC236}">
                <a16:creationId xmlns:a16="http://schemas.microsoft.com/office/drawing/2014/main" id="{342CE527-A21D-AAF0-2D13-7D2C7EBE10A9}"/>
              </a:ext>
            </a:extLst>
          </p:cNvPr>
          <p:cNvSpPr>
            <a:spLocks noGrp="1"/>
          </p:cNvSpPr>
          <p:nvPr>
            <p:ph type="body" idx="13" hasCustomPrompt="1"/>
          </p:nvPr>
        </p:nvSpPr>
        <p:spPr>
          <a:xfrm>
            <a:off x="1403350" y="3482975"/>
            <a:ext cx="2743199" cy="533400"/>
          </a:xfrm>
          <a:prstGeom prst="roundRect">
            <a:avLst/>
          </a:prstGeom>
          <a:noFill/>
          <a:ln w="31750">
            <a:solidFill>
              <a:schemeClr val="accent5"/>
            </a:solidFill>
          </a:ln>
          <a:effectLst>
            <a:softEdge rad="0"/>
          </a:effectLst>
        </p:spPr>
        <p:txBody>
          <a:bodyPr wrap="none" lIns="91440" tIns="91440" rIns="91440" bIns="91440" anchor="ctr" anchorCtr="1">
            <a:noAutofit/>
          </a:bodyPr>
          <a:lstStyle>
            <a:lvl1pPr algn="just">
              <a:lnSpc>
                <a:spcPts val="2800"/>
              </a:lnSpc>
              <a:defRPr sz="2000" b="0" i="0" cap="all" spc="300" baseline="0">
                <a:solidFill>
                  <a:schemeClr val="accent6"/>
                </a:solidFill>
                <a:latin typeface="Delight Medium" pitchFamily="2" charset="77"/>
                <a:cs typeface="Arial"/>
              </a:defRPr>
            </a:lvl1pPr>
          </a:lstStyle>
          <a:p>
            <a:r>
              <a:rPr lang="en-US" noProof="0"/>
              <a:t>Section name</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02">
    <p:spTree>
      <p:nvGrpSpPr>
        <p:cNvPr id="1" name=""/>
        <p:cNvGrpSpPr/>
        <p:nvPr/>
      </p:nvGrpSpPr>
      <p:grpSpPr>
        <a:xfrm>
          <a:off x="0" y="0"/>
          <a:ext cx="0" cy="0"/>
          <a:chOff x="0" y="0"/>
          <a:chExt cx="0" cy="0"/>
        </a:xfrm>
      </p:grpSpPr>
      <p:sp>
        <p:nvSpPr>
          <p:cNvPr id="16" name="bg object 16"/>
          <p:cNvSpPr/>
          <p:nvPr/>
        </p:nvSpPr>
        <p:spPr>
          <a:xfrm>
            <a:off x="0" y="3749675"/>
            <a:ext cx="20104100" cy="7559040"/>
          </a:xfrm>
          <a:custGeom>
            <a:avLst/>
            <a:gdLst/>
            <a:ahLst/>
            <a:cxnLst/>
            <a:rect l="l" t="t" r="r" b="b"/>
            <a:pathLst>
              <a:path w="20104100" h="11308715">
                <a:moveTo>
                  <a:pt x="20104099" y="0"/>
                </a:moveTo>
                <a:lnTo>
                  <a:pt x="0" y="0"/>
                </a:lnTo>
                <a:lnTo>
                  <a:pt x="0" y="11308556"/>
                </a:lnTo>
                <a:lnTo>
                  <a:pt x="20104099" y="11308556"/>
                </a:lnTo>
                <a:lnTo>
                  <a:pt x="20104099" y="0"/>
                </a:lnTo>
                <a:close/>
              </a:path>
            </a:pathLst>
          </a:custGeom>
          <a:blipFill dpi="0" rotWithShape="0">
            <a:blip r:embed="rId2"/>
            <a:srcRect/>
            <a:stretch>
              <a:fillRect/>
            </a:stretch>
          </a:blipFill>
        </p:spPr>
        <p:txBody>
          <a:bodyPr wrap="none" lIns="0" tIns="0" rIns="0" bIns="0" rtlCol="0"/>
          <a:lstStyle/>
          <a:p>
            <a:endParaRPr/>
          </a:p>
        </p:txBody>
      </p:sp>
      <p:sp>
        <p:nvSpPr>
          <p:cNvPr id="4" name="Holder 2">
            <a:extLst>
              <a:ext uri="{FF2B5EF4-FFF2-40B4-BE49-F238E27FC236}">
                <a16:creationId xmlns:a16="http://schemas.microsoft.com/office/drawing/2014/main" id="{24F22982-C7A9-20ED-6AC5-491666638161}"/>
              </a:ext>
            </a:extLst>
          </p:cNvPr>
          <p:cNvSpPr>
            <a:spLocks noGrp="1"/>
          </p:cNvSpPr>
          <p:nvPr>
            <p:ph type="title"/>
          </p:nvPr>
        </p:nvSpPr>
        <p:spPr>
          <a:xfrm>
            <a:off x="744693" y="1750789"/>
            <a:ext cx="16317757" cy="1617886"/>
          </a:xfrm>
          <a:prstGeom prst="rect">
            <a:avLst/>
          </a:prstGeom>
        </p:spPr>
        <p:txBody>
          <a:bodyPr lIns="0" tIns="0" rIns="0" bIns="0" anchor="t"/>
          <a:lstStyle>
            <a:lvl1pPr>
              <a:lnSpc>
                <a:spcPts val="11200"/>
              </a:lnSpc>
              <a:defRPr sz="12000" b="0" i="0">
                <a:solidFill>
                  <a:schemeClr val="tx1"/>
                </a:solidFill>
                <a:latin typeface="Delight Medium"/>
                <a:cs typeface="Delight Medium"/>
              </a:defRPr>
            </a:lvl1pPr>
          </a:lstStyle>
          <a:p>
            <a:r>
              <a:rPr lang="en-US"/>
              <a:t>Click to edit Master title style</a:t>
            </a:r>
            <a:endParaRPr/>
          </a:p>
        </p:txBody>
      </p:sp>
      <p:sp>
        <p:nvSpPr>
          <p:cNvPr id="15" name="Holder 3">
            <a:extLst>
              <a:ext uri="{FF2B5EF4-FFF2-40B4-BE49-F238E27FC236}">
                <a16:creationId xmlns:a16="http://schemas.microsoft.com/office/drawing/2014/main" id="{CA6491BE-8854-7189-828D-5C72467E103B}"/>
              </a:ext>
            </a:extLst>
          </p:cNvPr>
          <p:cNvSpPr>
            <a:spLocks noGrp="1"/>
          </p:cNvSpPr>
          <p:nvPr>
            <p:ph type="body" idx="1" hasCustomPrompt="1"/>
          </p:nvPr>
        </p:nvSpPr>
        <p:spPr>
          <a:xfrm>
            <a:off x="744693" y="722784"/>
            <a:ext cx="544357" cy="512291"/>
          </a:xfrm>
          <a:prstGeom prst="roundRect">
            <a:avLst/>
          </a:prstGeom>
          <a:solidFill>
            <a:schemeClr val="accent2"/>
          </a:solidFill>
          <a:ln w="28575">
            <a:solidFill>
              <a:schemeClr val="accent2"/>
            </a:solidFill>
          </a:ln>
          <a:effectLst>
            <a:softEdge rad="0"/>
          </a:effectLst>
        </p:spPr>
        <p:txBody>
          <a:bodyPr wrap="none" lIns="45720" tIns="91440" rIns="45720" bIns="91440" anchor="ctr" anchorCtr="1">
            <a:noAutofit/>
          </a:bodyPr>
          <a:lstStyle>
            <a:lvl1pPr algn="ctr">
              <a:lnSpc>
                <a:spcPts val="2800"/>
              </a:lnSpc>
              <a:defRPr sz="2000" b="0" i="0" kern="0" cap="all" spc="300" baseline="0">
                <a:solidFill>
                  <a:schemeClr val="bg1"/>
                </a:solidFill>
                <a:latin typeface="Delight Medium" pitchFamily="2" charset="77"/>
                <a:cs typeface="Arial"/>
              </a:defRPr>
            </a:lvl1pPr>
          </a:lstStyle>
          <a:p>
            <a:r>
              <a:rPr lang="en-US"/>
              <a:t>S#</a:t>
            </a:r>
          </a:p>
        </p:txBody>
      </p:sp>
      <p:sp>
        <p:nvSpPr>
          <p:cNvPr id="18" name="Holder 3">
            <a:extLst>
              <a:ext uri="{FF2B5EF4-FFF2-40B4-BE49-F238E27FC236}">
                <a16:creationId xmlns:a16="http://schemas.microsoft.com/office/drawing/2014/main" id="{64D7073E-CD35-2745-71B7-D4F04DEC22BB}"/>
              </a:ext>
            </a:extLst>
          </p:cNvPr>
          <p:cNvSpPr>
            <a:spLocks noGrp="1"/>
          </p:cNvSpPr>
          <p:nvPr>
            <p:ph type="body" idx="13" hasCustomPrompt="1"/>
          </p:nvPr>
        </p:nvSpPr>
        <p:spPr>
          <a:xfrm>
            <a:off x="1441450" y="701676"/>
            <a:ext cx="2743199" cy="533400"/>
          </a:xfrm>
          <a:prstGeom prst="roundRect">
            <a:avLst/>
          </a:prstGeom>
          <a:noFill/>
          <a:ln w="28575">
            <a:solidFill>
              <a:schemeClr val="accent5"/>
            </a:solidFill>
          </a:ln>
          <a:effectLst>
            <a:softEdge rad="0"/>
          </a:effectLst>
        </p:spPr>
        <p:txBody>
          <a:bodyPr wrap="none" lIns="91440" tIns="91440" rIns="91440" bIns="91440" anchor="ctr" anchorCtr="1">
            <a:noAutofit/>
          </a:bodyPr>
          <a:lstStyle>
            <a:lvl1pPr algn="just">
              <a:lnSpc>
                <a:spcPts val="2800"/>
              </a:lnSpc>
              <a:defRPr sz="2000" b="0" i="0" cap="all" spc="300" baseline="0">
                <a:solidFill>
                  <a:schemeClr val="accent6"/>
                </a:solidFill>
                <a:latin typeface="Delight Medium" pitchFamily="2" charset="77"/>
                <a:cs typeface="Arial"/>
              </a:defRPr>
            </a:lvl1pPr>
          </a:lstStyle>
          <a:p>
            <a:r>
              <a:rPr lang="en-US" noProof="0"/>
              <a:t>Section name</a:t>
            </a:r>
          </a:p>
        </p:txBody>
      </p:sp>
      <p:sp>
        <p:nvSpPr>
          <p:cNvPr id="20" name="Slide Number Placeholder 15">
            <a:extLst>
              <a:ext uri="{FF2B5EF4-FFF2-40B4-BE49-F238E27FC236}">
                <a16:creationId xmlns:a16="http://schemas.microsoft.com/office/drawing/2014/main" id="{8AE1BC8D-BE96-7269-7ECB-3D596DC5002C}"/>
              </a:ext>
            </a:extLst>
          </p:cNvPr>
          <p:cNvSpPr>
            <a:spLocks noGrp="1"/>
          </p:cNvSpPr>
          <p:nvPr>
            <p:ph type="sldNum" sz="quarter" idx="17"/>
          </p:nvPr>
        </p:nvSpPr>
        <p:spPr>
          <a:xfrm>
            <a:off x="18815050" y="10013950"/>
            <a:ext cx="571500" cy="517525"/>
          </a:xfrm>
          <a:prstGeom prst="roundRect">
            <a:avLst>
              <a:gd name="adj" fmla="val 26672"/>
            </a:avLst>
          </a:prstGeom>
          <a:solidFill>
            <a:schemeClr val="tx1"/>
          </a:solidFill>
          <a:ln>
            <a:solidFill>
              <a:schemeClr val="tx1"/>
            </a:solidFill>
          </a:ln>
        </p:spPr>
        <p:txBody>
          <a:bodyPr/>
          <a:lstStyle>
            <a:lvl1pPr algn="ctr">
              <a:defRPr>
                <a:solidFill>
                  <a:schemeClr val="bg1"/>
                </a:solidFill>
              </a:defRPr>
            </a:lvl1pPr>
          </a:lstStyle>
          <a:p>
            <a:fld id="{481B4AAB-B4EA-D749-AC5F-B7E5E0E99202}" type="slidenum">
              <a:rPr lang="en-US" smtClean="0"/>
              <a:pPr/>
              <a:t>‹#›</a:t>
            </a:fld>
            <a:endParaRPr lang="en-US"/>
          </a:p>
        </p:txBody>
      </p:sp>
      <p:sp>
        <p:nvSpPr>
          <p:cNvPr id="2" name="Footer Placeholder 3">
            <a:extLst>
              <a:ext uri="{FF2B5EF4-FFF2-40B4-BE49-F238E27FC236}">
                <a16:creationId xmlns:a16="http://schemas.microsoft.com/office/drawing/2014/main" id="{3210F118-55CD-500F-F228-601C33A88ECD}"/>
              </a:ext>
            </a:extLst>
          </p:cNvPr>
          <p:cNvSpPr>
            <a:spLocks noGrp="1"/>
          </p:cNvSpPr>
          <p:nvPr>
            <p:ph type="ftr" sz="quarter" idx="11"/>
          </p:nvPr>
        </p:nvSpPr>
        <p:spPr>
          <a:xfrm>
            <a:off x="5044281" y="10531475"/>
            <a:ext cx="10015538" cy="601662"/>
          </a:xfrm>
        </p:spPr>
        <p:txBody>
          <a:bodyPr/>
          <a:lstStyle>
            <a:lvl1pPr>
              <a:defRPr sz="1600">
                <a:solidFill>
                  <a:srgbClr val="FFFFFF"/>
                </a:solidFill>
                <a:latin typeface="Aptos" panose="020B0004020202020204" pitchFamily="34" charset="0"/>
              </a:defRPr>
            </a:lvl1pPr>
          </a:lstStyle>
          <a:p>
            <a:endParaRPr lang="en-US">
              <a:latin typeface="Aptos" panose="020B0004020202020204" pitchFamily="34" charset="0"/>
            </a:endParaRPr>
          </a:p>
        </p:txBody>
      </p:sp>
    </p:spTree>
    <p:extLst>
      <p:ext uri="{BB962C8B-B14F-4D97-AF65-F5344CB8AC3E}">
        <p14:creationId xmlns:p14="http://schemas.microsoft.com/office/powerpoint/2010/main" val="25192628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03">
    <p:spTree>
      <p:nvGrpSpPr>
        <p:cNvPr id="1" name=""/>
        <p:cNvGrpSpPr/>
        <p:nvPr/>
      </p:nvGrpSpPr>
      <p:grpSpPr>
        <a:xfrm>
          <a:off x="0" y="0"/>
          <a:ext cx="0" cy="0"/>
          <a:chOff x="0" y="0"/>
          <a:chExt cx="0" cy="0"/>
        </a:xfrm>
      </p:grpSpPr>
      <p:sp>
        <p:nvSpPr>
          <p:cNvPr id="2" name="Holder 2"/>
          <p:cNvSpPr>
            <a:spLocks noGrp="1"/>
          </p:cNvSpPr>
          <p:nvPr>
            <p:ph type="title"/>
          </p:nvPr>
        </p:nvSpPr>
        <p:spPr>
          <a:xfrm>
            <a:off x="8672356" y="3280434"/>
            <a:ext cx="10714193" cy="2362200"/>
          </a:xfrm>
          <a:prstGeom prst="rect">
            <a:avLst/>
          </a:prstGeom>
        </p:spPr>
        <p:txBody>
          <a:bodyPr lIns="0" tIns="0" rIns="0" bIns="0" anchor="t" anchorCtr="0"/>
          <a:lstStyle>
            <a:lvl1pPr>
              <a:lnSpc>
                <a:spcPts val="7200"/>
              </a:lnSpc>
              <a:defRPr sz="7200" b="0" i="0">
                <a:solidFill>
                  <a:schemeClr val="tx1"/>
                </a:solidFill>
                <a:latin typeface="Delight Medium"/>
                <a:cs typeface="Delight Medium"/>
              </a:defRPr>
            </a:lvl1pPr>
          </a:lstStyle>
          <a:p>
            <a:r>
              <a:rPr lang="en-US"/>
              <a:t>Click to edit Master title style</a:t>
            </a:r>
            <a:endParaRPr/>
          </a:p>
        </p:txBody>
      </p:sp>
      <p:sp>
        <p:nvSpPr>
          <p:cNvPr id="5" name="Slide Number Placeholder 15">
            <a:extLst>
              <a:ext uri="{FF2B5EF4-FFF2-40B4-BE49-F238E27FC236}">
                <a16:creationId xmlns:a16="http://schemas.microsoft.com/office/drawing/2014/main" id="{4063FE08-DDBA-ABDB-766E-51E600C04D61}"/>
              </a:ext>
            </a:extLst>
          </p:cNvPr>
          <p:cNvSpPr>
            <a:spLocks noGrp="1"/>
          </p:cNvSpPr>
          <p:nvPr>
            <p:ph type="sldNum" sz="quarter" idx="17"/>
          </p:nvPr>
        </p:nvSpPr>
        <p:spPr>
          <a:xfrm>
            <a:off x="18815050" y="10013950"/>
            <a:ext cx="571500" cy="517525"/>
          </a:xfrm>
          <a:prstGeom prst="roundRect">
            <a:avLst>
              <a:gd name="adj" fmla="val 26672"/>
            </a:avLst>
          </a:prstGeom>
          <a:solidFill>
            <a:schemeClr val="tx1"/>
          </a:solidFill>
          <a:ln>
            <a:solidFill>
              <a:schemeClr val="tx1"/>
            </a:solidFill>
          </a:ln>
        </p:spPr>
        <p:txBody>
          <a:bodyPr/>
          <a:lstStyle>
            <a:lvl1pPr algn="ctr">
              <a:defRPr>
                <a:solidFill>
                  <a:schemeClr val="bg1"/>
                </a:solidFill>
              </a:defRPr>
            </a:lvl1pPr>
          </a:lstStyle>
          <a:p>
            <a:fld id="{481B4AAB-B4EA-D749-AC5F-B7E5E0E99202}" type="slidenum">
              <a:rPr lang="en-US" smtClean="0"/>
              <a:pPr/>
              <a:t>‹#›</a:t>
            </a:fld>
            <a:endParaRPr lang="en-US"/>
          </a:p>
        </p:txBody>
      </p:sp>
      <p:sp>
        <p:nvSpPr>
          <p:cNvPr id="4" name="Holder 3">
            <a:extLst>
              <a:ext uri="{FF2B5EF4-FFF2-40B4-BE49-F238E27FC236}">
                <a16:creationId xmlns:a16="http://schemas.microsoft.com/office/drawing/2014/main" id="{47A53557-AE03-2084-6047-D3D9E2E59DAF}"/>
              </a:ext>
            </a:extLst>
          </p:cNvPr>
          <p:cNvSpPr>
            <a:spLocks noGrp="1"/>
          </p:cNvSpPr>
          <p:nvPr>
            <p:ph type="body" idx="18" hasCustomPrompt="1"/>
          </p:nvPr>
        </p:nvSpPr>
        <p:spPr>
          <a:xfrm>
            <a:off x="8642350" y="2429071"/>
            <a:ext cx="544357" cy="512291"/>
          </a:xfrm>
          <a:prstGeom prst="roundRect">
            <a:avLst/>
          </a:prstGeom>
          <a:solidFill>
            <a:schemeClr val="accent2"/>
          </a:solidFill>
          <a:ln w="31750">
            <a:solidFill>
              <a:schemeClr val="accent2"/>
            </a:solidFill>
          </a:ln>
          <a:effectLst>
            <a:softEdge rad="0"/>
          </a:effectLst>
        </p:spPr>
        <p:txBody>
          <a:bodyPr wrap="none" lIns="45720" tIns="91440" rIns="45720" bIns="91440" anchor="ctr" anchorCtr="1">
            <a:noAutofit/>
          </a:bodyPr>
          <a:lstStyle>
            <a:lvl1pPr algn="ctr">
              <a:lnSpc>
                <a:spcPts val="2800"/>
              </a:lnSpc>
              <a:defRPr sz="2000" b="0" i="0" kern="0" cap="all" spc="300" baseline="0">
                <a:solidFill>
                  <a:schemeClr val="bg1"/>
                </a:solidFill>
                <a:latin typeface="Delight Medium" pitchFamily="2" charset="77"/>
                <a:cs typeface="Arial"/>
              </a:defRPr>
            </a:lvl1pPr>
          </a:lstStyle>
          <a:p>
            <a:r>
              <a:rPr lang="en-US"/>
              <a:t>S#</a:t>
            </a:r>
          </a:p>
        </p:txBody>
      </p:sp>
      <p:sp>
        <p:nvSpPr>
          <p:cNvPr id="6" name="Holder 3">
            <a:extLst>
              <a:ext uri="{FF2B5EF4-FFF2-40B4-BE49-F238E27FC236}">
                <a16:creationId xmlns:a16="http://schemas.microsoft.com/office/drawing/2014/main" id="{DE177557-72B5-0B7D-5C61-39F7D1205775}"/>
              </a:ext>
            </a:extLst>
          </p:cNvPr>
          <p:cNvSpPr>
            <a:spLocks noGrp="1"/>
          </p:cNvSpPr>
          <p:nvPr>
            <p:ph type="body" idx="13" hasCustomPrompt="1"/>
          </p:nvPr>
        </p:nvSpPr>
        <p:spPr>
          <a:xfrm>
            <a:off x="9301007" y="2407963"/>
            <a:ext cx="2743199" cy="533400"/>
          </a:xfrm>
          <a:prstGeom prst="roundRect">
            <a:avLst/>
          </a:prstGeom>
          <a:noFill/>
          <a:ln w="31750">
            <a:solidFill>
              <a:schemeClr val="accent5"/>
            </a:solidFill>
          </a:ln>
          <a:effectLst>
            <a:softEdge rad="0"/>
          </a:effectLst>
        </p:spPr>
        <p:txBody>
          <a:bodyPr wrap="none" lIns="91440" tIns="91440" rIns="91440" bIns="91440" anchor="ctr" anchorCtr="1">
            <a:noAutofit/>
          </a:bodyPr>
          <a:lstStyle>
            <a:lvl1pPr algn="just">
              <a:lnSpc>
                <a:spcPts val="2800"/>
              </a:lnSpc>
              <a:defRPr sz="2000" b="0" i="0" cap="all" spc="300" baseline="0">
                <a:solidFill>
                  <a:schemeClr val="accent6"/>
                </a:solidFill>
                <a:latin typeface="Delight Medium" pitchFamily="2" charset="77"/>
                <a:cs typeface="Arial"/>
              </a:defRPr>
            </a:lvl1pPr>
          </a:lstStyle>
          <a:p>
            <a:r>
              <a:rPr lang="en-US" noProof="0"/>
              <a:t>Section name</a:t>
            </a:r>
          </a:p>
        </p:txBody>
      </p:sp>
      <p:sp>
        <p:nvSpPr>
          <p:cNvPr id="8" name="Picture Placeholder 7">
            <a:extLst>
              <a:ext uri="{FF2B5EF4-FFF2-40B4-BE49-F238E27FC236}">
                <a16:creationId xmlns:a16="http://schemas.microsoft.com/office/drawing/2014/main" id="{6E0848FF-CDF3-C3CC-36EC-611638477ECE}"/>
              </a:ext>
            </a:extLst>
          </p:cNvPr>
          <p:cNvSpPr>
            <a:spLocks noGrp="1"/>
          </p:cNvSpPr>
          <p:nvPr>
            <p:ph type="pic" sz="quarter" idx="19"/>
          </p:nvPr>
        </p:nvSpPr>
        <p:spPr>
          <a:xfrm>
            <a:off x="724616" y="2407964"/>
            <a:ext cx="7460534" cy="6154332"/>
          </a:xfrm>
          <a:prstGeom prst="roundRect">
            <a:avLst>
              <a:gd name="adj" fmla="val 2427"/>
            </a:avLst>
          </a:prstGeom>
        </p:spPr>
        <p:txBody>
          <a:bodyPr/>
          <a:lstStyle/>
          <a:p>
            <a:r>
              <a:rPr lang="en-US"/>
              <a:t>Click icon to add picture</a:t>
            </a:r>
          </a:p>
        </p:txBody>
      </p:sp>
      <p:sp>
        <p:nvSpPr>
          <p:cNvPr id="9" name="Holder 3">
            <a:extLst>
              <a:ext uri="{FF2B5EF4-FFF2-40B4-BE49-F238E27FC236}">
                <a16:creationId xmlns:a16="http://schemas.microsoft.com/office/drawing/2014/main" id="{F0DC79B5-FB6E-6753-9A09-F18B49FABC18}"/>
              </a:ext>
            </a:extLst>
          </p:cNvPr>
          <p:cNvSpPr>
            <a:spLocks noGrp="1"/>
          </p:cNvSpPr>
          <p:nvPr>
            <p:ph type="body" idx="20" hasCustomPrompt="1"/>
          </p:nvPr>
        </p:nvSpPr>
        <p:spPr>
          <a:xfrm>
            <a:off x="8666006" y="7731770"/>
            <a:ext cx="3371851" cy="830533"/>
          </a:xfrm>
          <a:prstGeom prst="rect">
            <a:avLst/>
          </a:prstGeom>
        </p:spPr>
        <p:txBody>
          <a:bodyPr lIns="0" tIns="0" rIns="0" bIns="0"/>
          <a:lstStyle>
            <a:lvl1pPr algn="l">
              <a:lnSpc>
                <a:spcPts val="2300"/>
              </a:lnSpc>
              <a:defRPr sz="1600" b="0" i="0" spc="50" baseline="0">
                <a:solidFill>
                  <a:schemeClr val="accent6"/>
                </a:solidFill>
                <a:latin typeface="Delight Regular" pitchFamily="2" charset="77"/>
                <a:cs typeface="Arial"/>
              </a:defRPr>
            </a:lvl1pPr>
          </a:lstStyle>
          <a:p>
            <a:r>
              <a:rPr lang="en-US"/>
              <a:t>The right partner anticipates your needs and remains engaged beyond go-live.</a:t>
            </a:r>
            <a:endParaRPr/>
          </a:p>
        </p:txBody>
      </p:sp>
      <p:sp>
        <p:nvSpPr>
          <p:cNvPr id="10" name="Holder 3">
            <a:extLst>
              <a:ext uri="{FF2B5EF4-FFF2-40B4-BE49-F238E27FC236}">
                <a16:creationId xmlns:a16="http://schemas.microsoft.com/office/drawing/2014/main" id="{35A4B8CD-2206-BF17-16E0-300313D9676F}"/>
              </a:ext>
            </a:extLst>
          </p:cNvPr>
          <p:cNvSpPr>
            <a:spLocks noGrp="1"/>
          </p:cNvSpPr>
          <p:nvPr>
            <p:ph type="body" idx="21" hasCustomPrompt="1"/>
          </p:nvPr>
        </p:nvSpPr>
        <p:spPr>
          <a:xfrm>
            <a:off x="8672357" y="7334250"/>
            <a:ext cx="3345734" cy="339725"/>
          </a:xfrm>
          <a:prstGeom prst="rect">
            <a:avLst/>
          </a:prstGeom>
          <a:noFill/>
          <a:ln w="28575">
            <a:noFill/>
          </a:ln>
          <a:effectLst>
            <a:softEdge rad="0"/>
          </a:effectLst>
        </p:spPr>
        <p:txBody>
          <a:bodyPr wrap="none" lIns="0" tIns="0" rIns="0" bIns="0" anchor="ctr" anchorCtr="0">
            <a:noAutofit/>
          </a:bodyPr>
          <a:lstStyle>
            <a:lvl1pPr algn="l">
              <a:lnSpc>
                <a:spcPts val="2800"/>
              </a:lnSpc>
              <a:defRPr sz="1200" b="1" i="0" cap="all" spc="300" baseline="0">
                <a:solidFill>
                  <a:schemeClr val="accent6"/>
                </a:solidFill>
                <a:latin typeface="Delight Semi Bold" pitchFamily="2" charset="77"/>
                <a:cs typeface="Arial"/>
              </a:defRPr>
            </a:lvl1pPr>
          </a:lstStyle>
          <a:p>
            <a:r>
              <a:rPr lang="en-US" noProof="0"/>
              <a:t>Point 01</a:t>
            </a:r>
          </a:p>
        </p:txBody>
      </p:sp>
      <p:cxnSp>
        <p:nvCxnSpPr>
          <p:cNvPr id="16" name="Straight Connector 15">
            <a:extLst>
              <a:ext uri="{FF2B5EF4-FFF2-40B4-BE49-F238E27FC236}">
                <a16:creationId xmlns:a16="http://schemas.microsoft.com/office/drawing/2014/main" id="{77F6CB32-0F57-875F-B6E6-5A7D926912AD}"/>
              </a:ext>
            </a:extLst>
          </p:cNvPr>
          <p:cNvCxnSpPr>
            <a:cxnSpLocks/>
          </p:cNvCxnSpPr>
          <p:nvPr userDrawn="1"/>
        </p:nvCxnSpPr>
        <p:spPr>
          <a:xfrm>
            <a:off x="8666007" y="6988175"/>
            <a:ext cx="10720543" cy="0"/>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3" name="Holder 3">
            <a:extLst>
              <a:ext uri="{FF2B5EF4-FFF2-40B4-BE49-F238E27FC236}">
                <a16:creationId xmlns:a16="http://schemas.microsoft.com/office/drawing/2014/main" id="{5A52CAFA-01C6-C31D-2C9D-13CA6660AFE0}"/>
              </a:ext>
            </a:extLst>
          </p:cNvPr>
          <p:cNvSpPr>
            <a:spLocks noGrp="1"/>
          </p:cNvSpPr>
          <p:nvPr>
            <p:ph type="body" idx="22" hasCustomPrompt="1"/>
          </p:nvPr>
        </p:nvSpPr>
        <p:spPr>
          <a:xfrm>
            <a:off x="12342655" y="7731770"/>
            <a:ext cx="3371851" cy="830533"/>
          </a:xfrm>
          <a:prstGeom prst="rect">
            <a:avLst/>
          </a:prstGeom>
        </p:spPr>
        <p:txBody>
          <a:bodyPr lIns="0" tIns="0" rIns="0" bIns="0"/>
          <a:lstStyle>
            <a:lvl1pPr algn="l">
              <a:lnSpc>
                <a:spcPts val="2300"/>
              </a:lnSpc>
              <a:defRPr sz="1600" b="0" i="0" spc="50" baseline="0">
                <a:solidFill>
                  <a:schemeClr val="accent6"/>
                </a:solidFill>
                <a:latin typeface="Delight Regular" pitchFamily="2" charset="77"/>
                <a:cs typeface="Arial"/>
              </a:defRPr>
            </a:lvl1pPr>
          </a:lstStyle>
          <a:p>
            <a:r>
              <a:rPr lang="en-US"/>
              <a:t>The right partner anticipates your needs and remains engaged beyond go-live.</a:t>
            </a:r>
            <a:endParaRPr/>
          </a:p>
        </p:txBody>
      </p:sp>
      <p:sp>
        <p:nvSpPr>
          <p:cNvPr id="7" name="Holder 3">
            <a:extLst>
              <a:ext uri="{FF2B5EF4-FFF2-40B4-BE49-F238E27FC236}">
                <a16:creationId xmlns:a16="http://schemas.microsoft.com/office/drawing/2014/main" id="{EA5AAD78-A9A9-AC5C-DB63-E3ECE3225BC6}"/>
              </a:ext>
            </a:extLst>
          </p:cNvPr>
          <p:cNvSpPr>
            <a:spLocks noGrp="1"/>
          </p:cNvSpPr>
          <p:nvPr>
            <p:ph type="body" idx="23" hasCustomPrompt="1"/>
          </p:nvPr>
        </p:nvSpPr>
        <p:spPr>
          <a:xfrm>
            <a:off x="12349006" y="7334250"/>
            <a:ext cx="3345734" cy="339725"/>
          </a:xfrm>
          <a:prstGeom prst="rect">
            <a:avLst/>
          </a:prstGeom>
          <a:noFill/>
          <a:ln w="28575">
            <a:noFill/>
          </a:ln>
          <a:effectLst>
            <a:softEdge rad="0"/>
          </a:effectLst>
        </p:spPr>
        <p:txBody>
          <a:bodyPr wrap="none" lIns="0" tIns="0" rIns="0" bIns="0" anchor="ctr" anchorCtr="0">
            <a:noAutofit/>
          </a:bodyPr>
          <a:lstStyle>
            <a:lvl1pPr algn="l">
              <a:lnSpc>
                <a:spcPts val="2800"/>
              </a:lnSpc>
              <a:defRPr sz="1200" b="1" i="0" cap="all" spc="300" baseline="0">
                <a:solidFill>
                  <a:schemeClr val="accent6"/>
                </a:solidFill>
                <a:latin typeface="Delight Semi Bold" pitchFamily="2" charset="77"/>
                <a:cs typeface="Arial"/>
              </a:defRPr>
            </a:lvl1pPr>
          </a:lstStyle>
          <a:p>
            <a:r>
              <a:rPr lang="en-US" noProof="0"/>
              <a:t>Point 02</a:t>
            </a:r>
          </a:p>
        </p:txBody>
      </p:sp>
      <p:sp>
        <p:nvSpPr>
          <p:cNvPr id="11" name="Holder 3">
            <a:extLst>
              <a:ext uri="{FF2B5EF4-FFF2-40B4-BE49-F238E27FC236}">
                <a16:creationId xmlns:a16="http://schemas.microsoft.com/office/drawing/2014/main" id="{F8483C8D-121F-7158-C0DE-431C181DBBB7}"/>
              </a:ext>
            </a:extLst>
          </p:cNvPr>
          <p:cNvSpPr>
            <a:spLocks noGrp="1"/>
          </p:cNvSpPr>
          <p:nvPr>
            <p:ph type="body" idx="24" hasCustomPrompt="1"/>
          </p:nvPr>
        </p:nvSpPr>
        <p:spPr>
          <a:xfrm>
            <a:off x="16032006" y="7731770"/>
            <a:ext cx="3371851" cy="830533"/>
          </a:xfrm>
          <a:prstGeom prst="rect">
            <a:avLst/>
          </a:prstGeom>
        </p:spPr>
        <p:txBody>
          <a:bodyPr lIns="0" tIns="0" rIns="0" bIns="0"/>
          <a:lstStyle>
            <a:lvl1pPr algn="l">
              <a:lnSpc>
                <a:spcPts val="2300"/>
              </a:lnSpc>
              <a:defRPr sz="1600" b="0" i="0" spc="50" baseline="0">
                <a:solidFill>
                  <a:schemeClr val="accent6"/>
                </a:solidFill>
                <a:latin typeface="Delight Regular" pitchFamily="2" charset="77"/>
                <a:cs typeface="Arial"/>
              </a:defRPr>
            </a:lvl1pPr>
          </a:lstStyle>
          <a:p>
            <a:r>
              <a:rPr lang="en-US"/>
              <a:t>The right partner anticipates your needs and remains engaged beyond go-live.</a:t>
            </a:r>
            <a:endParaRPr/>
          </a:p>
        </p:txBody>
      </p:sp>
      <p:sp>
        <p:nvSpPr>
          <p:cNvPr id="12" name="Holder 3">
            <a:extLst>
              <a:ext uri="{FF2B5EF4-FFF2-40B4-BE49-F238E27FC236}">
                <a16:creationId xmlns:a16="http://schemas.microsoft.com/office/drawing/2014/main" id="{8484FB8D-31B9-69BC-D174-965C8ABDB1ED}"/>
              </a:ext>
            </a:extLst>
          </p:cNvPr>
          <p:cNvSpPr>
            <a:spLocks noGrp="1"/>
          </p:cNvSpPr>
          <p:nvPr>
            <p:ph type="body" idx="25" hasCustomPrompt="1"/>
          </p:nvPr>
        </p:nvSpPr>
        <p:spPr>
          <a:xfrm>
            <a:off x="16038357" y="7334250"/>
            <a:ext cx="3345734" cy="339725"/>
          </a:xfrm>
          <a:prstGeom prst="rect">
            <a:avLst/>
          </a:prstGeom>
          <a:noFill/>
          <a:ln w="28575">
            <a:noFill/>
          </a:ln>
          <a:effectLst>
            <a:softEdge rad="0"/>
          </a:effectLst>
        </p:spPr>
        <p:txBody>
          <a:bodyPr wrap="none" lIns="0" tIns="0" rIns="0" bIns="0" anchor="ctr" anchorCtr="0">
            <a:noAutofit/>
          </a:bodyPr>
          <a:lstStyle>
            <a:lvl1pPr algn="l">
              <a:lnSpc>
                <a:spcPts val="2800"/>
              </a:lnSpc>
              <a:defRPr sz="1200" b="1" i="0" cap="all" spc="300" baseline="0">
                <a:solidFill>
                  <a:schemeClr val="accent6"/>
                </a:solidFill>
                <a:latin typeface="Delight Semi Bold" pitchFamily="2" charset="77"/>
                <a:cs typeface="Arial"/>
              </a:defRPr>
            </a:lvl1pPr>
          </a:lstStyle>
          <a:p>
            <a:r>
              <a:rPr lang="en-US" noProof="0"/>
              <a:t>Point 03</a:t>
            </a:r>
          </a:p>
        </p:txBody>
      </p:sp>
    </p:spTree>
    <p:extLst>
      <p:ext uri="{BB962C8B-B14F-4D97-AF65-F5344CB8AC3E}">
        <p14:creationId xmlns:p14="http://schemas.microsoft.com/office/powerpoint/2010/main" val="4097486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04">
    <p:spTree>
      <p:nvGrpSpPr>
        <p:cNvPr id="1" name=""/>
        <p:cNvGrpSpPr/>
        <p:nvPr/>
      </p:nvGrpSpPr>
      <p:grpSpPr>
        <a:xfrm>
          <a:off x="0" y="0"/>
          <a:ext cx="0" cy="0"/>
          <a:chOff x="0" y="0"/>
          <a:chExt cx="0" cy="0"/>
        </a:xfrm>
      </p:grpSpPr>
      <p:sp>
        <p:nvSpPr>
          <p:cNvPr id="2" name="Holder 2"/>
          <p:cNvSpPr>
            <a:spLocks noGrp="1"/>
          </p:cNvSpPr>
          <p:nvPr>
            <p:ph type="title"/>
          </p:nvPr>
        </p:nvSpPr>
        <p:spPr>
          <a:xfrm>
            <a:off x="744693" y="4936506"/>
            <a:ext cx="6983257" cy="908669"/>
          </a:xfrm>
          <a:prstGeom prst="rect">
            <a:avLst/>
          </a:prstGeom>
        </p:spPr>
        <p:txBody>
          <a:bodyPr lIns="0" tIns="0" rIns="0" bIns="0"/>
          <a:lstStyle>
            <a:lvl1pPr>
              <a:lnSpc>
                <a:spcPts val="7200"/>
              </a:lnSpc>
              <a:defRPr sz="9000" b="0" i="0">
                <a:solidFill>
                  <a:schemeClr val="tx1"/>
                </a:solidFill>
                <a:latin typeface="Delight Medium"/>
                <a:cs typeface="Delight Medium"/>
              </a:defRPr>
            </a:lvl1pPr>
          </a:lstStyle>
          <a:p>
            <a:r>
              <a:rPr lang="en-US"/>
              <a:t>Click to edit Master title style</a:t>
            </a:r>
            <a:endParaRPr/>
          </a:p>
        </p:txBody>
      </p:sp>
      <p:sp>
        <p:nvSpPr>
          <p:cNvPr id="3" name="Holder 3"/>
          <p:cNvSpPr>
            <a:spLocks noGrp="1"/>
          </p:cNvSpPr>
          <p:nvPr>
            <p:ph type="body" idx="1"/>
          </p:nvPr>
        </p:nvSpPr>
        <p:spPr>
          <a:xfrm>
            <a:off x="741964" y="6502042"/>
            <a:ext cx="6985326" cy="329514"/>
          </a:xfrm>
          <a:prstGeom prst="rect">
            <a:avLst/>
          </a:prstGeom>
        </p:spPr>
        <p:txBody>
          <a:bodyPr lIns="0" tIns="0" rIns="0" bIns="0"/>
          <a:lstStyle>
            <a:lvl1pPr algn="just">
              <a:lnSpc>
                <a:spcPts val="2800"/>
              </a:lnSpc>
              <a:defRPr sz="1800" b="0" i="0">
                <a:solidFill>
                  <a:schemeClr val="accent6"/>
                </a:solidFill>
                <a:latin typeface="Delight Regular" pitchFamily="2" charset="77"/>
                <a:cs typeface="Arial"/>
              </a:defRPr>
            </a:lvl1pPr>
          </a:lstStyle>
          <a:p>
            <a:pPr lvl="0"/>
            <a:r>
              <a:rPr lang="en-US"/>
              <a:t>Click to edit Master text styles</a:t>
            </a:r>
          </a:p>
        </p:txBody>
      </p:sp>
      <p:sp>
        <p:nvSpPr>
          <p:cNvPr id="5" name="Slide Number Placeholder 15">
            <a:extLst>
              <a:ext uri="{FF2B5EF4-FFF2-40B4-BE49-F238E27FC236}">
                <a16:creationId xmlns:a16="http://schemas.microsoft.com/office/drawing/2014/main" id="{4063FE08-DDBA-ABDB-766E-51E600C04D61}"/>
              </a:ext>
            </a:extLst>
          </p:cNvPr>
          <p:cNvSpPr>
            <a:spLocks noGrp="1"/>
          </p:cNvSpPr>
          <p:nvPr>
            <p:ph type="sldNum" sz="quarter" idx="17"/>
          </p:nvPr>
        </p:nvSpPr>
        <p:spPr>
          <a:xfrm>
            <a:off x="18815050" y="10013950"/>
            <a:ext cx="571500" cy="517525"/>
          </a:xfrm>
          <a:prstGeom prst="roundRect">
            <a:avLst>
              <a:gd name="adj" fmla="val 26672"/>
            </a:avLst>
          </a:prstGeom>
          <a:solidFill>
            <a:schemeClr val="tx1"/>
          </a:solidFill>
          <a:ln>
            <a:solidFill>
              <a:schemeClr val="tx1"/>
            </a:solidFill>
          </a:ln>
        </p:spPr>
        <p:txBody>
          <a:bodyPr/>
          <a:lstStyle>
            <a:lvl1pPr algn="ctr">
              <a:defRPr>
                <a:solidFill>
                  <a:schemeClr val="bg1"/>
                </a:solidFill>
              </a:defRPr>
            </a:lvl1pPr>
          </a:lstStyle>
          <a:p>
            <a:fld id="{481B4AAB-B4EA-D749-AC5F-B7E5E0E99202}" type="slidenum">
              <a:rPr lang="en-US" smtClean="0"/>
              <a:pPr/>
              <a:t>‹#›</a:t>
            </a:fld>
            <a:endParaRPr lang="en-US"/>
          </a:p>
        </p:txBody>
      </p:sp>
      <p:sp>
        <p:nvSpPr>
          <p:cNvPr id="6" name="Holder 3">
            <a:extLst>
              <a:ext uri="{FF2B5EF4-FFF2-40B4-BE49-F238E27FC236}">
                <a16:creationId xmlns:a16="http://schemas.microsoft.com/office/drawing/2014/main" id="{F3DD9A05-AE8A-9AC6-1A42-A4FEDCB0A67D}"/>
              </a:ext>
            </a:extLst>
          </p:cNvPr>
          <p:cNvSpPr>
            <a:spLocks noGrp="1"/>
          </p:cNvSpPr>
          <p:nvPr>
            <p:ph type="body" idx="18" hasCustomPrompt="1"/>
          </p:nvPr>
        </p:nvSpPr>
        <p:spPr>
          <a:xfrm>
            <a:off x="744693" y="3504083"/>
            <a:ext cx="544357" cy="512291"/>
          </a:xfrm>
          <a:prstGeom prst="roundRect">
            <a:avLst/>
          </a:prstGeom>
          <a:solidFill>
            <a:schemeClr val="accent2"/>
          </a:solidFill>
          <a:ln w="31750">
            <a:solidFill>
              <a:schemeClr val="accent2"/>
            </a:solidFill>
          </a:ln>
          <a:effectLst>
            <a:softEdge rad="0"/>
          </a:effectLst>
        </p:spPr>
        <p:txBody>
          <a:bodyPr wrap="none" lIns="45720" tIns="91440" rIns="45720" bIns="91440" anchor="ctr" anchorCtr="1">
            <a:noAutofit/>
          </a:bodyPr>
          <a:lstStyle>
            <a:lvl1pPr algn="ctr">
              <a:lnSpc>
                <a:spcPts val="2800"/>
              </a:lnSpc>
              <a:defRPr sz="2000" b="0" i="0" kern="0" cap="all" spc="300" baseline="0">
                <a:solidFill>
                  <a:schemeClr val="bg1"/>
                </a:solidFill>
                <a:latin typeface="Delight Medium" pitchFamily="2" charset="77"/>
                <a:cs typeface="Arial"/>
              </a:defRPr>
            </a:lvl1pPr>
          </a:lstStyle>
          <a:p>
            <a:r>
              <a:rPr lang="en-US"/>
              <a:t>S#</a:t>
            </a:r>
          </a:p>
        </p:txBody>
      </p:sp>
      <p:sp>
        <p:nvSpPr>
          <p:cNvPr id="10" name="Holder 3">
            <a:extLst>
              <a:ext uri="{FF2B5EF4-FFF2-40B4-BE49-F238E27FC236}">
                <a16:creationId xmlns:a16="http://schemas.microsoft.com/office/drawing/2014/main" id="{342CE527-A21D-AAF0-2D13-7D2C7EBE10A9}"/>
              </a:ext>
            </a:extLst>
          </p:cNvPr>
          <p:cNvSpPr>
            <a:spLocks noGrp="1"/>
          </p:cNvSpPr>
          <p:nvPr>
            <p:ph type="body" idx="13" hasCustomPrompt="1"/>
          </p:nvPr>
        </p:nvSpPr>
        <p:spPr>
          <a:xfrm>
            <a:off x="1403350" y="3482975"/>
            <a:ext cx="2743199" cy="533400"/>
          </a:xfrm>
          <a:prstGeom prst="roundRect">
            <a:avLst/>
          </a:prstGeom>
          <a:noFill/>
          <a:ln w="31750">
            <a:solidFill>
              <a:schemeClr val="accent5"/>
            </a:solidFill>
          </a:ln>
          <a:effectLst>
            <a:softEdge rad="0"/>
          </a:effectLst>
        </p:spPr>
        <p:txBody>
          <a:bodyPr wrap="none" lIns="91440" tIns="91440" rIns="91440" bIns="91440" anchor="ctr" anchorCtr="1">
            <a:noAutofit/>
          </a:bodyPr>
          <a:lstStyle>
            <a:lvl1pPr algn="just">
              <a:lnSpc>
                <a:spcPts val="2800"/>
              </a:lnSpc>
              <a:defRPr sz="2000" b="0" i="0" cap="all" spc="300" baseline="0">
                <a:solidFill>
                  <a:schemeClr val="accent6"/>
                </a:solidFill>
                <a:latin typeface="Delight Medium" pitchFamily="2" charset="77"/>
                <a:cs typeface="Arial"/>
              </a:defRPr>
            </a:lvl1pPr>
          </a:lstStyle>
          <a:p>
            <a:r>
              <a:rPr lang="en-US" noProof="0"/>
              <a:t>Section name</a:t>
            </a:r>
          </a:p>
        </p:txBody>
      </p:sp>
      <p:sp>
        <p:nvSpPr>
          <p:cNvPr id="9" name="Picture Placeholder 7">
            <a:extLst>
              <a:ext uri="{FF2B5EF4-FFF2-40B4-BE49-F238E27FC236}">
                <a16:creationId xmlns:a16="http://schemas.microsoft.com/office/drawing/2014/main" id="{08610E84-6F6D-9211-9DFC-1C03020A2CE1}"/>
              </a:ext>
            </a:extLst>
          </p:cNvPr>
          <p:cNvSpPr>
            <a:spLocks noGrp="1"/>
          </p:cNvSpPr>
          <p:nvPr>
            <p:ph type="pic" sz="quarter" idx="19"/>
          </p:nvPr>
        </p:nvSpPr>
        <p:spPr>
          <a:xfrm>
            <a:off x="8185150" y="282575"/>
            <a:ext cx="11620500" cy="10706100"/>
          </a:xfrm>
          <a:prstGeom prst="roundRect">
            <a:avLst>
              <a:gd name="adj" fmla="val 1894"/>
            </a:avLst>
          </a:prstGeom>
        </p:spPr>
        <p:txBody>
          <a:bodyPr/>
          <a:lstStyle/>
          <a:p>
            <a:r>
              <a:rPr lang="en-US"/>
              <a:t>Click icon to add picture</a:t>
            </a:r>
          </a:p>
        </p:txBody>
      </p:sp>
    </p:spTree>
    <p:extLst>
      <p:ext uri="{BB962C8B-B14F-4D97-AF65-F5344CB8AC3E}">
        <p14:creationId xmlns:p14="http://schemas.microsoft.com/office/powerpoint/2010/main" val="24710491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05">
    <p:spTree>
      <p:nvGrpSpPr>
        <p:cNvPr id="1" name=""/>
        <p:cNvGrpSpPr/>
        <p:nvPr/>
      </p:nvGrpSpPr>
      <p:grpSpPr>
        <a:xfrm>
          <a:off x="0" y="0"/>
          <a:ext cx="0" cy="0"/>
          <a:chOff x="0" y="0"/>
          <a:chExt cx="0" cy="0"/>
        </a:xfrm>
      </p:grpSpPr>
      <p:sp>
        <p:nvSpPr>
          <p:cNvPr id="2" name="Holder 2"/>
          <p:cNvSpPr>
            <a:spLocks noGrp="1"/>
          </p:cNvSpPr>
          <p:nvPr>
            <p:ph type="title"/>
          </p:nvPr>
        </p:nvSpPr>
        <p:spPr>
          <a:xfrm>
            <a:off x="744693" y="1750789"/>
            <a:ext cx="16317757" cy="3370486"/>
          </a:xfrm>
          <a:prstGeom prst="rect">
            <a:avLst/>
          </a:prstGeom>
        </p:spPr>
        <p:txBody>
          <a:bodyPr lIns="0" tIns="0" rIns="0" bIns="0" anchor="t"/>
          <a:lstStyle>
            <a:lvl1pPr>
              <a:lnSpc>
                <a:spcPts val="11200"/>
              </a:lnSpc>
              <a:defRPr sz="12000" b="0" i="0">
                <a:solidFill>
                  <a:schemeClr val="tx1"/>
                </a:solidFill>
                <a:latin typeface="Delight Medium"/>
                <a:cs typeface="Delight Medium"/>
              </a:defRPr>
            </a:lvl1pPr>
          </a:lstStyle>
          <a:p>
            <a:r>
              <a:rPr lang="en-US"/>
              <a:t>Click to edit Master title style</a:t>
            </a:r>
            <a:endParaRPr/>
          </a:p>
        </p:txBody>
      </p:sp>
      <p:sp>
        <p:nvSpPr>
          <p:cNvPr id="4" name="Holder 3">
            <a:extLst>
              <a:ext uri="{FF2B5EF4-FFF2-40B4-BE49-F238E27FC236}">
                <a16:creationId xmlns:a16="http://schemas.microsoft.com/office/drawing/2014/main" id="{609FD37F-1F9A-0B13-CC57-F3A7F010E80B}"/>
              </a:ext>
            </a:extLst>
          </p:cNvPr>
          <p:cNvSpPr>
            <a:spLocks noGrp="1"/>
          </p:cNvSpPr>
          <p:nvPr>
            <p:ph type="body" idx="1" hasCustomPrompt="1"/>
          </p:nvPr>
        </p:nvSpPr>
        <p:spPr>
          <a:xfrm>
            <a:off x="744693" y="722784"/>
            <a:ext cx="544357" cy="512291"/>
          </a:xfrm>
          <a:prstGeom prst="roundRect">
            <a:avLst/>
          </a:prstGeom>
          <a:solidFill>
            <a:schemeClr val="accent2"/>
          </a:solidFill>
          <a:ln w="31750">
            <a:solidFill>
              <a:schemeClr val="accent2"/>
            </a:solidFill>
          </a:ln>
          <a:effectLst>
            <a:softEdge rad="0"/>
          </a:effectLst>
        </p:spPr>
        <p:txBody>
          <a:bodyPr wrap="none" lIns="45720" tIns="91440" rIns="45720" bIns="91440" anchor="ctr" anchorCtr="1">
            <a:noAutofit/>
          </a:bodyPr>
          <a:lstStyle>
            <a:lvl1pPr algn="ctr">
              <a:lnSpc>
                <a:spcPts val="2800"/>
              </a:lnSpc>
              <a:defRPr sz="2000" b="0" i="0" kern="0" cap="all" spc="300" baseline="0">
                <a:solidFill>
                  <a:schemeClr val="bg1"/>
                </a:solidFill>
                <a:latin typeface="Delight Medium" pitchFamily="2" charset="77"/>
                <a:cs typeface="Arial"/>
              </a:defRPr>
            </a:lvl1pPr>
          </a:lstStyle>
          <a:p>
            <a:r>
              <a:rPr lang="en-US"/>
              <a:t>S#</a:t>
            </a:r>
          </a:p>
        </p:txBody>
      </p:sp>
      <p:sp>
        <p:nvSpPr>
          <p:cNvPr id="5" name="Holder 3">
            <a:extLst>
              <a:ext uri="{FF2B5EF4-FFF2-40B4-BE49-F238E27FC236}">
                <a16:creationId xmlns:a16="http://schemas.microsoft.com/office/drawing/2014/main" id="{6255E875-0480-5E3D-5165-DE8266E4BCD2}"/>
              </a:ext>
            </a:extLst>
          </p:cNvPr>
          <p:cNvSpPr>
            <a:spLocks noGrp="1"/>
          </p:cNvSpPr>
          <p:nvPr>
            <p:ph type="body" idx="13" hasCustomPrompt="1"/>
          </p:nvPr>
        </p:nvSpPr>
        <p:spPr>
          <a:xfrm>
            <a:off x="1403350" y="701676"/>
            <a:ext cx="2743199" cy="533400"/>
          </a:xfrm>
          <a:prstGeom prst="roundRect">
            <a:avLst/>
          </a:prstGeom>
          <a:noFill/>
          <a:ln w="31750">
            <a:solidFill>
              <a:schemeClr val="accent5"/>
            </a:solidFill>
          </a:ln>
          <a:effectLst>
            <a:softEdge rad="0"/>
          </a:effectLst>
        </p:spPr>
        <p:txBody>
          <a:bodyPr wrap="none" lIns="91440" tIns="91440" rIns="91440" bIns="91440" anchor="ctr" anchorCtr="1">
            <a:noAutofit/>
          </a:bodyPr>
          <a:lstStyle>
            <a:lvl1pPr algn="just">
              <a:lnSpc>
                <a:spcPts val="2800"/>
              </a:lnSpc>
              <a:defRPr sz="2000" b="0" i="0" cap="all" spc="300" baseline="0">
                <a:solidFill>
                  <a:schemeClr val="accent6"/>
                </a:solidFill>
                <a:latin typeface="Delight Medium" pitchFamily="2" charset="77"/>
                <a:cs typeface="Arial"/>
              </a:defRPr>
            </a:lvl1pPr>
          </a:lstStyle>
          <a:p>
            <a:r>
              <a:rPr lang="en-US" noProof="0"/>
              <a:t>Section name</a:t>
            </a:r>
          </a:p>
        </p:txBody>
      </p:sp>
      <p:sp>
        <p:nvSpPr>
          <p:cNvPr id="3" name="Footer Placeholder 3">
            <a:extLst>
              <a:ext uri="{FF2B5EF4-FFF2-40B4-BE49-F238E27FC236}">
                <a16:creationId xmlns:a16="http://schemas.microsoft.com/office/drawing/2014/main" id="{5B545B6F-8A16-4470-1FFE-CE5291C6C9F5}"/>
              </a:ext>
            </a:extLst>
          </p:cNvPr>
          <p:cNvSpPr>
            <a:spLocks noGrp="1"/>
          </p:cNvSpPr>
          <p:nvPr>
            <p:ph type="ftr" sz="quarter" idx="11"/>
          </p:nvPr>
        </p:nvSpPr>
        <p:spPr>
          <a:xfrm>
            <a:off x="4835771" y="10656765"/>
            <a:ext cx="10015538" cy="601662"/>
          </a:xfrm>
        </p:spPr>
        <p:txBody>
          <a:bodyPr/>
          <a:lstStyle>
            <a:lvl1pPr>
              <a:defRPr sz="1200"/>
            </a:lvl1pPr>
          </a:lstStyle>
          <a:p>
            <a:endParaRPr lang="en-US" sz="1200"/>
          </a:p>
        </p:txBody>
      </p:sp>
    </p:spTree>
    <p:extLst>
      <p:ext uri="{BB962C8B-B14F-4D97-AF65-F5344CB8AC3E}">
        <p14:creationId xmlns:p14="http://schemas.microsoft.com/office/powerpoint/2010/main" val="3209841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ank-Blue">
    <p:spTree>
      <p:nvGrpSpPr>
        <p:cNvPr id="1" name=""/>
        <p:cNvGrpSpPr/>
        <p:nvPr/>
      </p:nvGrpSpPr>
      <p:grpSpPr>
        <a:xfrm>
          <a:off x="0" y="0"/>
          <a:ext cx="0" cy="0"/>
          <a:chOff x="0" y="0"/>
          <a:chExt cx="0" cy="0"/>
        </a:xfrm>
      </p:grpSpPr>
      <p:sp>
        <p:nvSpPr>
          <p:cNvPr id="16" name="bg object 16"/>
          <p:cNvSpPr/>
          <p:nvPr/>
        </p:nvSpPr>
        <p:spPr>
          <a:xfrm>
            <a:off x="0" y="0"/>
            <a:ext cx="20104100" cy="11308715"/>
          </a:xfrm>
          <a:custGeom>
            <a:avLst/>
            <a:gdLst/>
            <a:ahLst/>
            <a:cxnLst/>
            <a:rect l="l" t="t" r="r" b="b"/>
            <a:pathLst>
              <a:path w="20104100" h="11308715">
                <a:moveTo>
                  <a:pt x="20104099" y="0"/>
                </a:moveTo>
                <a:lnTo>
                  <a:pt x="0" y="0"/>
                </a:lnTo>
                <a:lnTo>
                  <a:pt x="0" y="11308556"/>
                </a:lnTo>
                <a:lnTo>
                  <a:pt x="20104099" y="11308556"/>
                </a:lnTo>
                <a:lnTo>
                  <a:pt x="20104099" y="0"/>
                </a:lnTo>
                <a:close/>
              </a:path>
            </a:pathLst>
          </a:custGeom>
          <a:solidFill>
            <a:srgbClr val="103E7B"/>
          </a:solidFill>
        </p:spPr>
        <p:txBody>
          <a:bodyPr wrap="square" lIns="0" tIns="0" rIns="0" bIns="0" rtlCol="0"/>
          <a:lstStyle/>
          <a:p>
            <a:endParaRPr/>
          </a:p>
        </p:txBody>
      </p:sp>
      <p:pic>
        <p:nvPicPr>
          <p:cNvPr id="17" name="bg object 17"/>
          <p:cNvPicPr/>
          <p:nvPr/>
        </p:nvPicPr>
        <p:blipFill>
          <a:blip r:embed="rId2" cstate="print"/>
          <a:stretch>
            <a:fillRect/>
          </a:stretch>
        </p:blipFill>
        <p:spPr>
          <a:xfrm>
            <a:off x="0" y="0"/>
            <a:ext cx="20104099" cy="11298085"/>
          </a:xfrm>
          <a:prstGeom prst="rect">
            <a:avLst/>
          </a:prstGeom>
        </p:spPr>
      </p:pic>
    </p:spTree>
    <p:extLst>
      <p:ext uri="{BB962C8B-B14F-4D97-AF65-F5344CB8AC3E}">
        <p14:creationId xmlns:p14="http://schemas.microsoft.com/office/powerpoint/2010/main" val="4897449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lank-White">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ower Statement">
    <p:bg>
      <p:bgPr>
        <a:solidFill>
          <a:srgbClr val="000000"/>
        </a:solidFill>
        <a:effectLst/>
      </p:bgPr>
    </p:bg>
    <p:spTree>
      <p:nvGrpSpPr>
        <p:cNvPr id="1" name=""/>
        <p:cNvGrpSpPr/>
        <p:nvPr/>
      </p:nvGrpSpPr>
      <p:grpSpPr>
        <a:xfrm>
          <a:off x="0" y="0"/>
          <a:ext cx="0" cy="0"/>
          <a:chOff x="0" y="0"/>
          <a:chExt cx="0" cy="0"/>
        </a:xfrm>
      </p:grpSpPr>
      <p:pic>
        <p:nvPicPr>
          <p:cNvPr id="5" name="Picture 4" descr="A blue and black logo  AI-generated content may be incorrect.">
            <a:extLst>
              <a:ext uri="{FF2B5EF4-FFF2-40B4-BE49-F238E27FC236}">
                <a16:creationId xmlns:a16="http://schemas.microsoft.com/office/drawing/2014/main" id="{BA9809BA-C40D-CD53-FB7A-4B6286BF70CF}"/>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3719769" y="-715963"/>
            <a:ext cx="27543638" cy="12741275"/>
          </a:xfrm>
          <a:prstGeom prst="rect">
            <a:avLst/>
          </a:prstGeom>
        </p:spPr>
      </p:pic>
      <p:sp>
        <p:nvSpPr>
          <p:cNvPr id="6" name="Holder 2">
            <a:extLst>
              <a:ext uri="{FF2B5EF4-FFF2-40B4-BE49-F238E27FC236}">
                <a16:creationId xmlns:a16="http://schemas.microsoft.com/office/drawing/2014/main" id="{E15183D9-D1DB-385D-678F-DCD262335E4A}"/>
              </a:ext>
            </a:extLst>
          </p:cNvPr>
          <p:cNvSpPr>
            <a:spLocks noGrp="1"/>
          </p:cNvSpPr>
          <p:nvPr>
            <p:ph type="title" hasCustomPrompt="1"/>
          </p:nvPr>
        </p:nvSpPr>
        <p:spPr>
          <a:xfrm>
            <a:off x="2045185" y="4677571"/>
            <a:ext cx="16013730" cy="1701004"/>
          </a:xfrm>
          <a:prstGeom prst="rect">
            <a:avLst/>
          </a:prstGeom>
        </p:spPr>
        <p:txBody>
          <a:bodyPr lIns="0" tIns="0" rIns="0" bIns="0"/>
          <a:lstStyle>
            <a:lvl1pPr algn="ctr">
              <a:lnSpc>
                <a:spcPts val="6500"/>
              </a:lnSpc>
              <a:defRPr sz="4800" b="0" i="0">
                <a:solidFill>
                  <a:schemeClr val="bg1"/>
                </a:solidFill>
                <a:latin typeface="Delight Medium" pitchFamily="2" charset="77"/>
                <a:cs typeface="Delight Medium" pitchFamily="2" charset="77"/>
              </a:defRPr>
            </a:lvl1pPr>
          </a:lstStyle>
          <a:p>
            <a:r>
              <a:rPr lang="en-US"/>
              <a:t>Add Power Statement</a:t>
            </a:r>
            <a:endParaRPr/>
          </a:p>
        </p:txBody>
      </p:sp>
    </p:spTree>
    <p:extLst>
      <p:ext uri="{BB962C8B-B14F-4D97-AF65-F5344CB8AC3E}">
        <p14:creationId xmlns:p14="http://schemas.microsoft.com/office/powerpoint/2010/main" val="22786527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13013" y="1850860"/>
            <a:ext cx="15078075" cy="3937329"/>
          </a:xfrm>
        </p:spPr>
        <p:txBody>
          <a:bodyPr anchor="b"/>
          <a:lstStyle>
            <a:lvl1pPr algn="ctr">
              <a:defRPr sz="9894"/>
            </a:lvl1pPr>
          </a:lstStyle>
          <a:p>
            <a:r>
              <a:rPr lang="en-US"/>
              <a:t>Click to edit Master title style</a:t>
            </a:r>
          </a:p>
        </p:txBody>
      </p:sp>
      <p:sp>
        <p:nvSpPr>
          <p:cNvPr id="3" name="Subtitle 2"/>
          <p:cNvSpPr>
            <a:spLocks noGrp="1"/>
          </p:cNvSpPr>
          <p:nvPr>
            <p:ph type="subTitle" idx="1"/>
          </p:nvPr>
        </p:nvSpPr>
        <p:spPr>
          <a:xfrm>
            <a:off x="2513013" y="5940028"/>
            <a:ext cx="15078075" cy="2730474"/>
          </a:xfrm>
        </p:spPr>
        <p:txBody>
          <a:bodyPr/>
          <a:lstStyle>
            <a:lvl1pPr marL="0" indent="0" algn="ctr">
              <a:buNone/>
              <a:defRPr sz="3958"/>
            </a:lvl1pPr>
            <a:lvl2pPr marL="753923" indent="0" algn="ctr">
              <a:buNone/>
              <a:defRPr sz="3298"/>
            </a:lvl2pPr>
            <a:lvl3pPr marL="1507846" indent="0" algn="ctr">
              <a:buNone/>
              <a:defRPr sz="2968"/>
            </a:lvl3pPr>
            <a:lvl4pPr marL="2261768" indent="0" algn="ctr">
              <a:buNone/>
              <a:defRPr sz="2638"/>
            </a:lvl4pPr>
            <a:lvl5pPr marL="3015691" indent="0" algn="ctr">
              <a:buNone/>
              <a:defRPr sz="2638"/>
            </a:lvl5pPr>
            <a:lvl6pPr marL="3769614" indent="0" algn="ctr">
              <a:buNone/>
              <a:defRPr sz="2638"/>
            </a:lvl6pPr>
            <a:lvl7pPr marL="4523537" indent="0" algn="ctr">
              <a:buNone/>
              <a:defRPr sz="2638"/>
            </a:lvl7pPr>
            <a:lvl8pPr marL="5277460" indent="0" algn="ctr">
              <a:buNone/>
              <a:defRPr sz="2638"/>
            </a:lvl8pPr>
            <a:lvl9pPr marL="6031382" indent="0" algn="ctr">
              <a:buNone/>
              <a:defRPr sz="2638"/>
            </a:lvl9pPr>
          </a:lstStyle>
          <a:p>
            <a:r>
              <a:rPr lang="en-US"/>
              <a:t>Click to edit Master subtitle style</a:t>
            </a:r>
          </a:p>
        </p:txBody>
      </p:sp>
    </p:spTree>
    <p:extLst>
      <p:ext uri="{BB962C8B-B14F-4D97-AF65-F5344CB8AC3E}">
        <p14:creationId xmlns:p14="http://schemas.microsoft.com/office/powerpoint/2010/main" val="8805948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20DD213-5353-21AD-09CC-1925F60EE915}"/>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19638A62-45C0-5967-7362-BDD0D04180C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3A8A5F3-11FB-A9AE-7E80-7FF0675D3C91}"/>
              </a:ext>
            </a:extLst>
          </p:cNvPr>
          <p:cNvSpPr>
            <a:spLocks noGrp="1"/>
          </p:cNvSpPr>
          <p:nvPr>
            <p:ph type="sldNum" sz="quarter" idx="12"/>
          </p:nvPr>
        </p:nvSpPr>
        <p:spPr/>
        <p:txBody>
          <a:bodyPr/>
          <a:lstStyle/>
          <a:p>
            <a:fld id="{481B4AAB-B4EA-D749-AC5F-B7E5E0E99202}" type="slidenum">
              <a:rPr lang="en-US" smtClean="0"/>
              <a:pPr/>
              <a:t>‹#›</a:t>
            </a:fld>
            <a:endParaRPr lang="en-US"/>
          </a:p>
        </p:txBody>
      </p:sp>
    </p:spTree>
    <p:extLst>
      <p:ext uri="{BB962C8B-B14F-4D97-AF65-F5344CB8AC3E}">
        <p14:creationId xmlns:p14="http://schemas.microsoft.com/office/powerpoint/2010/main" val="33041070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DF3B2C66-5CCD-5234-0C52-97267551F6B7}"/>
              </a:ext>
            </a:extLst>
          </p:cNvPr>
          <p:cNvSpPr>
            <a:spLocks noGrp="1"/>
          </p:cNvSpPr>
          <p:nvPr>
            <p:ph type="body" idx="1"/>
          </p:nvPr>
        </p:nvSpPr>
        <p:spPr>
          <a:xfrm>
            <a:off x="1382713" y="3009900"/>
            <a:ext cx="17338675" cy="7177088"/>
          </a:xfrm>
          <a:prstGeom prst="rect">
            <a:avLst/>
          </a:prstGeom>
          <a:ln>
            <a:noFill/>
          </a:ln>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Placeholder 8">
            <a:extLst>
              <a:ext uri="{FF2B5EF4-FFF2-40B4-BE49-F238E27FC236}">
                <a16:creationId xmlns:a16="http://schemas.microsoft.com/office/drawing/2014/main" id="{E262EE1D-5419-1607-C90B-A603F6BF18D0}"/>
              </a:ext>
            </a:extLst>
          </p:cNvPr>
          <p:cNvSpPr>
            <a:spLocks noGrp="1"/>
          </p:cNvSpPr>
          <p:nvPr>
            <p:ph type="title"/>
          </p:nvPr>
        </p:nvSpPr>
        <p:spPr>
          <a:xfrm>
            <a:off x="1382713" y="601663"/>
            <a:ext cx="17338675" cy="2185987"/>
          </a:xfrm>
          <a:prstGeom prst="rect">
            <a:avLst/>
          </a:prstGeom>
        </p:spPr>
        <p:txBody>
          <a:bodyPr vert="horz" lIns="0" tIns="0" rIns="0" bIns="0" rtlCol="0" anchor="ctr">
            <a:noAutofit/>
          </a:bodyPr>
          <a:lstStyle/>
          <a:p>
            <a:r>
              <a:rPr lang="en-US"/>
              <a:t>Click to edit Master title style</a:t>
            </a:r>
          </a:p>
        </p:txBody>
      </p:sp>
      <p:sp>
        <p:nvSpPr>
          <p:cNvPr id="14" name="Date Placeholder 9">
            <a:extLst>
              <a:ext uri="{FF2B5EF4-FFF2-40B4-BE49-F238E27FC236}">
                <a16:creationId xmlns:a16="http://schemas.microsoft.com/office/drawing/2014/main" id="{90C5EA89-0E1C-524E-1418-A4C325BDEB79}"/>
              </a:ext>
            </a:extLst>
          </p:cNvPr>
          <p:cNvSpPr>
            <a:spLocks noGrp="1"/>
          </p:cNvSpPr>
          <p:nvPr>
            <p:ph type="dt" sz="half" idx="2"/>
          </p:nvPr>
        </p:nvSpPr>
        <p:spPr>
          <a:xfrm>
            <a:off x="1382713" y="10482263"/>
            <a:ext cx="4522787" cy="601662"/>
          </a:xfrm>
          <a:prstGeom prst="rect">
            <a:avLst/>
          </a:prstGeom>
        </p:spPr>
        <p:txBody>
          <a:bodyPr vert="horz" lIns="91440" tIns="45720" rIns="91440" bIns="45720" rtlCol="0" anchor="ctr"/>
          <a:lstStyle>
            <a:lvl1pPr algn="l">
              <a:defRPr sz="2000" b="0" i="0">
                <a:solidFill>
                  <a:schemeClr val="tx2"/>
                </a:solidFill>
                <a:latin typeface="Delight Medium" pitchFamily="2" charset="77"/>
              </a:defRPr>
            </a:lvl1pPr>
          </a:lstStyle>
          <a:p>
            <a:endParaRPr lang="en-US"/>
          </a:p>
        </p:txBody>
      </p:sp>
      <p:sp>
        <p:nvSpPr>
          <p:cNvPr id="15" name="Footer Placeholder 10">
            <a:extLst>
              <a:ext uri="{FF2B5EF4-FFF2-40B4-BE49-F238E27FC236}">
                <a16:creationId xmlns:a16="http://schemas.microsoft.com/office/drawing/2014/main" id="{747DA8CB-9EC9-067D-D3BE-B8A2D9047B58}"/>
              </a:ext>
            </a:extLst>
          </p:cNvPr>
          <p:cNvSpPr>
            <a:spLocks noGrp="1"/>
          </p:cNvSpPr>
          <p:nvPr>
            <p:ph type="ftr" sz="quarter" idx="3"/>
          </p:nvPr>
        </p:nvSpPr>
        <p:spPr>
          <a:xfrm>
            <a:off x="6659563" y="10482263"/>
            <a:ext cx="6784975" cy="601662"/>
          </a:xfrm>
          <a:prstGeom prst="rect">
            <a:avLst/>
          </a:prstGeom>
        </p:spPr>
        <p:txBody>
          <a:bodyPr vert="horz" lIns="91440" tIns="45720" rIns="91440" bIns="45720" rtlCol="0" anchor="ctr"/>
          <a:lstStyle>
            <a:lvl1pPr algn="ctr">
              <a:defRPr sz="2000" b="0" i="0">
                <a:solidFill>
                  <a:schemeClr val="tx2"/>
                </a:solidFill>
                <a:latin typeface="Delight Medium" pitchFamily="2" charset="77"/>
              </a:defRPr>
            </a:lvl1pPr>
          </a:lstStyle>
          <a:p>
            <a:endParaRPr lang="en-US"/>
          </a:p>
        </p:txBody>
      </p:sp>
      <p:sp>
        <p:nvSpPr>
          <p:cNvPr id="17" name="Slide Number Placeholder 11">
            <a:extLst>
              <a:ext uri="{FF2B5EF4-FFF2-40B4-BE49-F238E27FC236}">
                <a16:creationId xmlns:a16="http://schemas.microsoft.com/office/drawing/2014/main" id="{193039B6-5B1F-C342-CAC2-4E3C97B67886}"/>
              </a:ext>
            </a:extLst>
          </p:cNvPr>
          <p:cNvSpPr>
            <a:spLocks noGrp="1"/>
          </p:cNvSpPr>
          <p:nvPr>
            <p:ph type="sldNum" sz="quarter" idx="4"/>
          </p:nvPr>
        </p:nvSpPr>
        <p:spPr>
          <a:xfrm>
            <a:off x="14198600" y="10482263"/>
            <a:ext cx="4522788" cy="601662"/>
          </a:xfrm>
          <a:prstGeom prst="rect">
            <a:avLst/>
          </a:prstGeom>
        </p:spPr>
        <p:txBody>
          <a:bodyPr vert="horz" lIns="0" tIns="0" rIns="0" bIns="0" rtlCol="0" anchor="ctr"/>
          <a:lstStyle>
            <a:lvl1pPr algn="r">
              <a:defRPr sz="2000" b="0" i="0">
                <a:solidFill>
                  <a:schemeClr val="tx2"/>
                </a:solidFill>
                <a:latin typeface="Delight Medium" pitchFamily="2" charset="77"/>
              </a:defRPr>
            </a:lvl1pPr>
          </a:lstStyle>
          <a:p>
            <a:fld id="{481B4AAB-B4EA-D749-AC5F-B7E5E0E99202}"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77" r:id="rId1"/>
    <p:sldLayoutId id="2147483674" r:id="rId2"/>
    <p:sldLayoutId id="2147483679" r:id="rId3"/>
    <p:sldLayoutId id="2147483680" r:id="rId4"/>
    <p:sldLayoutId id="2147483676" r:id="rId5"/>
    <p:sldLayoutId id="2147483681" r:id="rId6"/>
    <p:sldLayoutId id="2147483682" r:id="rId7"/>
    <p:sldLayoutId id="2147483683" r:id="rId8"/>
    <p:sldLayoutId id="2147483672" r:id="rId9"/>
    <p:sldLayoutId id="2147483673" r:id="rId10"/>
    <p:sldLayoutId id="2147483678" r:id="rId11"/>
    <p:sldLayoutId id="2147483684" r:id="rId12"/>
    <p:sldLayoutId id="2147483675" r:id="rId13"/>
    <p:sldLayoutId id="2147483685" r:id="rId14"/>
  </p:sldLayoutIdLst>
  <p:hf hdr="0" ftr="0" dt="0"/>
  <p:txStyles>
    <p:titleStyle>
      <a:lvl1pPr eaLnBrk="1" hangingPunct="1">
        <a:lnSpc>
          <a:spcPts val="7200"/>
        </a:lnSpc>
        <a:defRPr sz="9000" b="0" i="0">
          <a:solidFill>
            <a:schemeClr val="tx1"/>
          </a:solidFill>
          <a:latin typeface="Delight Medium" pitchFamily="2" charset="77"/>
          <a:ea typeface="+mj-ea"/>
          <a:cs typeface="+mj-cs"/>
        </a:defRPr>
      </a:lvl1pPr>
    </p:titleStyle>
    <p:bodyStyle>
      <a:lvl1pPr marL="0" algn="just" eaLnBrk="1" hangingPunct="1">
        <a:lnSpc>
          <a:spcPts val="2800"/>
        </a:lnSpc>
        <a:defRPr sz="1800" b="0" i="0">
          <a:solidFill>
            <a:schemeClr val="accent6"/>
          </a:solidFill>
          <a:latin typeface="Delight Regular" pitchFamily="2" charset="77"/>
          <a:ea typeface="+mn-ea"/>
          <a:cs typeface="+mn-cs"/>
        </a:defRPr>
      </a:lvl1pPr>
      <a:lvl2pPr marL="742950" indent="-285750" algn="just" eaLnBrk="1" hangingPunct="1">
        <a:lnSpc>
          <a:spcPts val="2800"/>
        </a:lnSpc>
        <a:buFont typeface="Arial" panose="020B0604020202020204" pitchFamily="34" charset="0"/>
        <a:buChar char="•"/>
        <a:defRPr sz="1800" b="0" i="0">
          <a:solidFill>
            <a:schemeClr val="accent6"/>
          </a:solidFill>
          <a:latin typeface="Delight Regular" pitchFamily="2" charset="77"/>
          <a:ea typeface="+mn-ea"/>
          <a:cs typeface="+mn-cs"/>
        </a:defRPr>
      </a:lvl2pPr>
      <a:lvl3pPr marL="1200150" indent="-285750" algn="just" eaLnBrk="1" hangingPunct="1">
        <a:lnSpc>
          <a:spcPts val="2800"/>
        </a:lnSpc>
        <a:buFont typeface="Arial" panose="020B0604020202020204" pitchFamily="34" charset="0"/>
        <a:buChar char="•"/>
        <a:defRPr sz="1800" b="0" i="0">
          <a:solidFill>
            <a:schemeClr val="bg2"/>
          </a:solidFill>
          <a:latin typeface="Delight Regular" pitchFamily="2" charset="77"/>
          <a:ea typeface="+mn-ea"/>
          <a:cs typeface="+mn-cs"/>
        </a:defRPr>
      </a:lvl3pPr>
      <a:lvl4pPr marL="1657350" indent="-285750" algn="just" eaLnBrk="1" hangingPunct="1">
        <a:lnSpc>
          <a:spcPts val="2800"/>
        </a:lnSpc>
        <a:buFont typeface="Arial" panose="020B0604020202020204" pitchFamily="34" charset="0"/>
        <a:buChar char="•"/>
        <a:defRPr sz="1800" b="0" i="0">
          <a:solidFill>
            <a:schemeClr val="accent2"/>
          </a:solidFill>
          <a:latin typeface="Delight Regular" pitchFamily="2" charset="77"/>
          <a:ea typeface="+mn-ea"/>
          <a:cs typeface="+mn-cs"/>
        </a:defRPr>
      </a:lvl4pPr>
      <a:lvl5pPr marL="2114550" indent="-285750" algn="just" eaLnBrk="1" hangingPunct="1">
        <a:lnSpc>
          <a:spcPts val="2800"/>
        </a:lnSpc>
        <a:buFont typeface="Arial" panose="020B0604020202020204" pitchFamily="34" charset="0"/>
        <a:buChar char="•"/>
        <a:defRPr sz="1800" b="0" i="0">
          <a:solidFill>
            <a:schemeClr val="accent5"/>
          </a:solidFill>
          <a:latin typeface="Delight Regular" pitchFamily="2" charset="77"/>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p:bodyStyle>
    <p:otherStyle>
      <a:lvl1pPr marL="0" eaLnBrk="1" hangingPunct="1">
        <a:defRPr>
          <a:latin typeface="+mn-lt"/>
          <a:ea typeface="+mn-ea"/>
          <a:cs typeface="+mn-cs"/>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p:otherStyle>
  </p:txStyles>
  <p:extLst>
    <p:ext uri="{27BBF7A9-308A-43DC-89C8-2F10F3537804}">
      <p15:sldGuideLst xmlns:p15="http://schemas.microsoft.com/office/powerpoint/2012/main">
        <p15:guide id="1" orient="horz" pos="442" userDrawn="1">
          <p15:clr>
            <a:srgbClr val="F26B43"/>
          </p15:clr>
        </p15:guide>
        <p15:guide id="2" pos="452" userDrawn="1">
          <p15:clr>
            <a:srgbClr val="F26B43"/>
          </p15:clr>
        </p15:guide>
        <p15:guide id="3" orient="horz" pos="6634" userDrawn="1">
          <p15:clr>
            <a:srgbClr val="F26B43"/>
          </p15:clr>
        </p15:guide>
        <p15:guide id="4" pos="12212" userDrawn="1">
          <p15:clr>
            <a:srgbClr val="F26B43"/>
          </p15:clr>
        </p15:guide>
        <p15:guide id="5" orient="horz" pos="6298" userDrawn="1">
          <p15:clr>
            <a:srgbClr val="F26B43"/>
          </p15:clr>
        </p15:guide>
        <p15:guide id="6" orient="horz" pos="778" userDrawn="1">
          <p15:clr>
            <a:srgbClr val="F26B43"/>
          </p15:clr>
        </p15:guide>
        <p15:guide id="7" pos="5444" userDrawn="1">
          <p15:clr>
            <a:srgbClr val="F26B43"/>
          </p15:clr>
        </p15:guide>
        <p15:guide id="8" pos="5156" userDrawn="1">
          <p15:clr>
            <a:srgbClr val="F26B43"/>
          </p15:clr>
        </p15:guide>
        <p15:guide id="9" pos="4868" userDrawn="1">
          <p15:clr>
            <a:srgbClr val="F26B43"/>
          </p15:clr>
        </p15:guide>
        <p15:guide id="10" pos="6332" userDrawn="1">
          <p15:clr>
            <a:srgbClr val="5ACBF0"/>
          </p15:clr>
        </p15:guide>
        <p15:guide id="11" orient="horz" pos="3562" userDrawn="1">
          <p15:clr>
            <a:srgbClr val="5ACBF0"/>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4BEAA-B7E5-E652-AB4D-FF8B085B46D7}"/>
              </a:ext>
            </a:extLst>
          </p:cNvPr>
          <p:cNvSpPr>
            <a:spLocks noGrp="1"/>
          </p:cNvSpPr>
          <p:nvPr>
            <p:ph type="title"/>
          </p:nvPr>
        </p:nvSpPr>
        <p:spPr>
          <a:xfrm>
            <a:off x="4539029" y="4095441"/>
            <a:ext cx="11026042" cy="3118468"/>
          </a:xfrm>
        </p:spPr>
        <p:txBody>
          <a:bodyPr/>
          <a:lstStyle/>
          <a:p>
            <a:pPr algn="ctr"/>
            <a:r>
              <a:rPr lang="en-US" sz="6000" dirty="0">
                <a:latin typeface="Delight Medium"/>
              </a:rPr>
              <a:t>DataVergence App</a:t>
            </a:r>
          </a:p>
        </p:txBody>
      </p:sp>
      <p:sp>
        <p:nvSpPr>
          <p:cNvPr id="3" name="TextBox 2">
            <a:extLst>
              <a:ext uri="{FF2B5EF4-FFF2-40B4-BE49-F238E27FC236}">
                <a16:creationId xmlns:a16="http://schemas.microsoft.com/office/drawing/2014/main" id="{E11F4AC8-907D-0D9B-3EC1-080B36B5BD90}"/>
              </a:ext>
            </a:extLst>
          </p:cNvPr>
          <p:cNvSpPr txBox="1"/>
          <p:nvPr/>
        </p:nvSpPr>
        <p:spPr>
          <a:xfrm>
            <a:off x="7004050" y="7439845"/>
            <a:ext cx="6096000" cy="553998"/>
          </a:xfrm>
          <a:prstGeom prst="rect">
            <a:avLst/>
          </a:prstGeom>
          <a:noFill/>
        </p:spPr>
        <p:txBody>
          <a:bodyPr wrap="square" rtlCol="0">
            <a:spAutoFit/>
          </a:bodyPr>
          <a:lstStyle/>
          <a:p>
            <a:pPr algn="ctr"/>
            <a:r>
              <a:rPr lang="en-US" sz="3000" dirty="0">
                <a:solidFill>
                  <a:schemeClr val="bg1"/>
                </a:solidFill>
                <a:latin typeface="Delight Medium" panose="020B0604020202020204" charset="0"/>
              </a:rPr>
              <a:t>9/24/2026</a:t>
            </a:r>
          </a:p>
        </p:txBody>
      </p:sp>
      <p:pic>
        <p:nvPicPr>
          <p:cNvPr id="4" name="Picture 3" descr="A white letter on a black background  AI-generated content may be incorrect.">
            <a:extLst>
              <a:ext uri="{FF2B5EF4-FFF2-40B4-BE49-F238E27FC236}">
                <a16:creationId xmlns:a16="http://schemas.microsoft.com/office/drawing/2014/main" id="{CE577AEC-3AD7-EA48-AB49-665A6C18ADA6}"/>
              </a:ext>
            </a:extLst>
          </p:cNvPr>
          <p:cNvPicPr>
            <a:picLocks noChangeAspect="1"/>
          </p:cNvPicPr>
          <p:nvPr/>
        </p:nvPicPr>
        <p:blipFill>
          <a:blip r:embed="rId2"/>
          <a:stretch>
            <a:fillRect/>
          </a:stretch>
        </p:blipFill>
        <p:spPr>
          <a:xfrm>
            <a:off x="8142902" y="3276291"/>
            <a:ext cx="3818295" cy="819150"/>
          </a:xfrm>
          <a:prstGeom prst="rect">
            <a:avLst/>
          </a:prstGeom>
        </p:spPr>
      </p:pic>
    </p:spTree>
    <p:extLst>
      <p:ext uri="{BB962C8B-B14F-4D97-AF65-F5344CB8AC3E}">
        <p14:creationId xmlns:p14="http://schemas.microsoft.com/office/powerpoint/2010/main" val="14230655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614073-3D00-D5C1-B916-B7FA95B3EE55}"/>
              </a:ext>
            </a:extLst>
          </p:cNvPr>
          <p:cNvSpPr txBox="1"/>
          <p:nvPr/>
        </p:nvSpPr>
        <p:spPr>
          <a:xfrm>
            <a:off x="6544351" y="4839067"/>
            <a:ext cx="7015397" cy="830997"/>
          </a:xfrm>
          <a:prstGeom prst="rect">
            <a:avLst/>
          </a:prstGeom>
          <a:noFill/>
        </p:spPr>
        <p:txBody>
          <a:bodyPr wrap="square" rtlCol="0">
            <a:spAutoFit/>
          </a:bodyPr>
          <a:lstStyle/>
          <a:p>
            <a:pPr algn="ctr"/>
            <a:r>
              <a:rPr lang="en-US" sz="4800" b="1" dirty="0">
                <a:solidFill>
                  <a:schemeClr val="bg2"/>
                </a:solidFill>
                <a:latin typeface="Delight Semi Bold"/>
              </a:rPr>
              <a:t>What is DataVergence?</a:t>
            </a:r>
            <a:endParaRPr lang="en-US" sz="4400" dirty="0">
              <a:solidFill>
                <a:schemeClr val="bg2"/>
              </a:solidFill>
            </a:endParaRPr>
          </a:p>
        </p:txBody>
      </p:sp>
      <p:sp>
        <p:nvSpPr>
          <p:cNvPr id="3" name="TextBox 2">
            <a:extLst>
              <a:ext uri="{FF2B5EF4-FFF2-40B4-BE49-F238E27FC236}">
                <a16:creationId xmlns:a16="http://schemas.microsoft.com/office/drawing/2014/main" id="{475E2A8C-B58E-4DCF-6869-25D6C75F772F}"/>
              </a:ext>
            </a:extLst>
          </p:cNvPr>
          <p:cNvSpPr txBox="1"/>
          <p:nvPr/>
        </p:nvSpPr>
        <p:spPr>
          <a:xfrm>
            <a:off x="7236238" y="6897391"/>
            <a:ext cx="5631621" cy="1200329"/>
          </a:xfrm>
          <a:prstGeom prst="rect">
            <a:avLst/>
          </a:prstGeom>
          <a:noFill/>
        </p:spPr>
        <p:txBody>
          <a:bodyPr wrap="square" rtlCol="0">
            <a:spAutoFit/>
          </a:bodyPr>
          <a:lstStyle/>
          <a:p>
            <a:pPr algn="ctr"/>
            <a:r>
              <a:rPr lang="en-US" sz="2400" dirty="0">
                <a:solidFill>
                  <a:schemeClr val="bg2"/>
                </a:solidFill>
                <a:latin typeface="Delight Regular"/>
              </a:rPr>
              <a:t>Origin’s data conversion product designed to demystify utility conversion</a:t>
            </a:r>
          </a:p>
        </p:txBody>
      </p:sp>
    </p:spTree>
    <p:extLst>
      <p:ext uri="{BB962C8B-B14F-4D97-AF65-F5344CB8AC3E}">
        <p14:creationId xmlns:p14="http://schemas.microsoft.com/office/powerpoint/2010/main" val="8326594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Footer Placeholder 3"/>
          <p:cNvSpPr txBox="1">
            <a:spLocks/>
          </p:cNvSpPr>
          <p:nvPr/>
        </p:nvSpPr>
        <p:spPr>
          <a:xfrm>
            <a:off x="5044281" y="10707688"/>
            <a:ext cx="10015538" cy="601662"/>
          </a:xfrm>
          <a:prstGeom prst="rect">
            <a:avLst/>
          </a:prstGeom>
        </p:spPr>
        <p:txBody>
          <a:bodyPr/>
          <a:lstStyle>
            <a:defPPr>
              <a:defRPr kern="0"/>
            </a:defPPr>
            <a:lvl1pPr>
              <a:defRPr sz="1600"/>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dirty="0">
                <a:ln>
                  <a:noFill/>
                </a:ln>
                <a:solidFill>
                  <a:srgbClr val="FFFFFF"/>
                </a:solidFill>
                <a:effectLst/>
                <a:uLnTx/>
                <a:uFillTx/>
                <a:latin typeface="Delight Semi Bold"/>
              </a:rPr>
              <a:t>@2026, Origin Utility, Inc / Proprietary &amp; Confidential / Internal Use Only</a:t>
            </a:r>
            <a:endParaRPr kumimoji="0" lang="en-US" sz="1050" b="1" i="0" u="none" strike="noStrike" kern="0" cap="none" spc="0" normalizeH="0" baseline="0" noProof="0" dirty="0">
              <a:ln>
                <a:noFill/>
              </a:ln>
              <a:solidFill>
                <a:srgbClr val="FFFFFF"/>
              </a:solidFill>
              <a:effectLst/>
              <a:uLnTx/>
              <a:uFillTx/>
            </a:endParaRPr>
          </a:p>
        </p:txBody>
      </p:sp>
      <p:sp>
        <p:nvSpPr>
          <p:cNvPr id="901" name="TextBox 900"/>
          <p:cNvSpPr txBox="1"/>
          <p:nvPr/>
        </p:nvSpPr>
        <p:spPr>
          <a:xfrm>
            <a:off x="740664" y="384048"/>
            <a:ext cx="13716000" cy="960120"/>
          </a:xfrm>
          <a:prstGeom prst="rect">
            <a:avLst/>
          </a:prstGeom>
          <a:noFill/>
        </p:spPr>
        <p:txBody>
          <a:bodyPr wrap="square" lIns="0" tIns="0" rIns="0" bIns="0" anchor="t">
            <a:noAutofit/>
          </a:bodyPr>
          <a:lstStyle/>
          <a:p>
            <a:pPr algn="l"/>
            <a:r>
              <a:rPr sz="6000" b="0">
                <a:solidFill>
                  <a:srgbClr val="F5EFE9"/>
                </a:solidFill>
                <a:latin typeface="Delight Medium"/>
              </a:rPr>
              <a:t>Current Process</a:t>
            </a:r>
          </a:p>
        </p:txBody>
      </p:sp>
      <p:sp>
        <p:nvSpPr>
          <p:cNvPr id="903" name="Rounded Rectangle 902"/>
          <p:cNvSpPr/>
          <p:nvPr/>
        </p:nvSpPr>
        <p:spPr>
          <a:xfrm>
            <a:off x="740664" y="2011680"/>
            <a:ext cx="3931920" cy="1417320"/>
          </a:xfrm>
          <a:prstGeom prst="roundRect">
            <a:avLst>
              <a:gd name="adj" fmla="val 10000"/>
            </a:avLst>
          </a:prstGeom>
          <a:solidFill>
            <a:srgbClr val="F5EFE9"/>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194310" rIns="164592" rtlCol="0" anchor="t">
            <a:noAutofit/>
          </a:bodyPr>
          <a:lstStyle/>
          <a:p>
            <a:pPr algn="l"/>
            <a:r>
              <a:rPr sz="2500" b="1" dirty="0">
                <a:solidFill>
                  <a:srgbClr val="0B3D7A"/>
                </a:solidFill>
                <a:latin typeface="Delight Semi Bold"/>
              </a:rPr>
              <a:t>Client</a:t>
            </a:r>
          </a:p>
          <a:p>
            <a:pPr algn="l">
              <a:spcBef>
                <a:spcPts val="300"/>
              </a:spcBef>
            </a:pPr>
            <a:r>
              <a:rPr sz="2000" b="0" dirty="0">
                <a:solidFill>
                  <a:srgbClr val="4C5D69"/>
                </a:solidFill>
                <a:latin typeface="Delight Regular"/>
              </a:rPr>
              <a:t>Sends legacy extracts</a:t>
            </a:r>
          </a:p>
        </p:txBody>
      </p:sp>
      <p:sp>
        <p:nvSpPr>
          <p:cNvPr id="904" name="Rounded Rectangle 903"/>
          <p:cNvSpPr/>
          <p:nvPr/>
        </p:nvSpPr>
        <p:spPr>
          <a:xfrm>
            <a:off x="5637580" y="2011680"/>
            <a:ext cx="3931920" cy="1417320"/>
          </a:xfrm>
          <a:prstGeom prst="roundRect">
            <a:avLst>
              <a:gd name="adj" fmla="val 10000"/>
            </a:avLst>
          </a:prstGeom>
          <a:solidFill>
            <a:srgbClr val="F5EFE9"/>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194310" rIns="164592" rtlCol="0" anchor="t">
            <a:noAutofit/>
          </a:bodyPr>
          <a:lstStyle/>
          <a:p>
            <a:pPr algn="l"/>
            <a:r>
              <a:rPr sz="2500" b="1">
                <a:solidFill>
                  <a:srgbClr val="0B3D7A"/>
                </a:solidFill>
                <a:latin typeface="Delight Semi Bold"/>
              </a:rPr>
              <a:t>OriginDX</a:t>
            </a:r>
          </a:p>
          <a:p>
            <a:pPr algn="l">
              <a:spcBef>
                <a:spcPts val="300"/>
              </a:spcBef>
            </a:pPr>
            <a:r>
              <a:rPr sz="2000" b="0">
                <a:solidFill>
                  <a:srgbClr val="4C5D69"/>
                </a:solidFill>
                <a:latin typeface="Delight Regular"/>
              </a:rPr>
              <a:t>Upload and pre-load checks</a:t>
            </a:r>
          </a:p>
        </p:txBody>
      </p:sp>
      <p:sp>
        <p:nvSpPr>
          <p:cNvPr id="905" name="Rounded Rectangle 904"/>
          <p:cNvSpPr/>
          <p:nvPr/>
        </p:nvSpPr>
        <p:spPr>
          <a:xfrm>
            <a:off x="10534497" y="2011680"/>
            <a:ext cx="3931920" cy="1417320"/>
          </a:xfrm>
          <a:prstGeom prst="roundRect">
            <a:avLst>
              <a:gd name="adj" fmla="val 10000"/>
            </a:avLst>
          </a:prstGeom>
          <a:solidFill>
            <a:srgbClr val="F5EFE9"/>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194310" rIns="164592" rtlCol="0" anchor="t">
            <a:noAutofit/>
          </a:bodyPr>
          <a:lstStyle/>
          <a:p>
            <a:pPr algn="l"/>
            <a:r>
              <a:rPr sz="2500" b="1">
                <a:solidFill>
                  <a:srgbClr val="0B3D7A"/>
                </a:solidFill>
                <a:latin typeface="Delight Semi Bold"/>
              </a:rPr>
              <a:t>OriginJS</a:t>
            </a:r>
          </a:p>
          <a:p>
            <a:pPr algn="l">
              <a:spcBef>
                <a:spcPts val="300"/>
              </a:spcBef>
            </a:pPr>
            <a:r>
              <a:rPr sz="2000" b="0">
                <a:solidFill>
                  <a:srgbClr val="4C5D69"/>
                </a:solidFill>
                <a:latin typeface="Delight Regular"/>
              </a:rPr>
              <a:t>Runs the load jobs</a:t>
            </a:r>
          </a:p>
        </p:txBody>
      </p:sp>
      <p:sp>
        <p:nvSpPr>
          <p:cNvPr id="906" name="Rounded Rectangle 905"/>
          <p:cNvSpPr/>
          <p:nvPr/>
        </p:nvSpPr>
        <p:spPr>
          <a:xfrm>
            <a:off x="15431414" y="2011680"/>
            <a:ext cx="3931920" cy="1417320"/>
          </a:xfrm>
          <a:prstGeom prst="roundRect">
            <a:avLst>
              <a:gd name="adj" fmla="val 10000"/>
            </a:avLst>
          </a:prstGeom>
          <a:solidFill>
            <a:srgbClr val="F5EFE9"/>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194310" rIns="164592" rtlCol="0" anchor="t">
            <a:noAutofit/>
          </a:bodyPr>
          <a:lstStyle/>
          <a:p>
            <a:pPr algn="l"/>
            <a:r>
              <a:rPr sz="2500" b="1" dirty="0">
                <a:solidFill>
                  <a:srgbClr val="0B3D7A"/>
                </a:solidFill>
                <a:latin typeface="Delight Semi Bold"/>
              </a:rPr>
              <a:t>DataVergence </a:t>
            </a:r>
            <a:r>
              <a:rPr lang="en-US" sz="2500" b="1" dirty="0">
                <a:solidFill>
                  <a:srgbClr val="0B3D7A"/>
                </a:solidFill>
                <a:latin typeface="Delight Semi Bold"/>
              </a:rPr>
              <a:t>Code</a:t>
            </a:r>
            <a:endParaRPr sz="2500" b="1" dirty="0">
              <a:solidFill>
                <a:srgbClr val="0B3D7A"/>
              </a:solidFill>
              <a:latin typeface="Delight Semi Bold"/>
            </a:endParaRPr>
          </a:p>
          <a:p>
            <a:pPr algn="l">
              <a:spcBef>
                <a:spcPts val="300"/>
              </a:spcBef>
            </a:pPr>
            <a:r>
              <a:rPr sz="2000" b="0" dirty="0">
                <a:solidFill>
                  <a:srgbClr val="4C5D69"/>
                </a:solidFill>
                <a:latin typeface="Delight Regular"/>
              </a:rPr>
              <a:t>Validates, then loads</a:t>
            </a:r>
            <a:br>
              <a:rPr sz="2000" b="0" dirty="0">
                <a:solidFill>
                  <a:srgbClr val="4C5D69"/>
                </a:solidFill>
                <a:latin typeface="Delight Regular"/>
              </a:rPr>
            </a:br>
            <a:r>
              <a:rPr sz="2000" b="0" dirty="0">
                <a:solidFill>
                  <a:srgbClr val="4C5D69"/>
                </a:solidFill>
                <a:latin typeface="Delight Regular"/>
              </a:rPr>
              <a:t>to OriginCIS</a:t>
            </a:r>
          </a:p>
        </p:txBody>
      </p:sp>
      <p:cxnSp>
        <p:nvCxnSpPr>
          <p:cNvPr id="907" name="Connector 906"/>
          <p:cNvCxnSpPr/>
          <p:nvPr/>
        </p:nvCxnSpPr>
        <p:spPr>
          <a:xfrm>
            <a:off x="4782312" y="2720340"/>
            <a:ext cx="745540" cy="0"/>
          </a:xfrm>
          <a:prstGeom prst="line">
            <a:avLst/>
          </a:prstGeom>
          <a:ln w="34925">
            <a:solidFill>
              <a:srgbClr val="F5EFE9"/>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908" name="Connector 907"/>
          <p:cNvCxnSpPr/>
          <p:nvPr/>
        </p:nvCxnSpPr>
        <p:spPr>
          <a:xfrm>
            <a:off x="9679228" y="2720340"/>
            <a:ext cx="745541" cy="0"/>
          </a:xfrm>
          <a:prstGeom prst="line">
            <a:avLst/>
          </a:prstGeom>
          <a:ln w="34925">
            <a:solidFill>
              <a:srgbClr val="F5EFE9"/>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909" name="Connector 908"/>
          <p:cNvCxnSpPr/>
          <p:nvPr/>
        </p:nvCxnSpPr>
        <p:spPr>
          <a:xfrm>
            <a:off x="14576145" y="2720340"/>
            <a:ext cx="745541" cy="0"/>
          </a:xfrm>
          <a:prstGeom prst="line">
            <a:avLst/>
          </a:prstGeom>
          <a:ln w="34925">
            <a:solidFill>
              <a:srgbClr val="F5EFE9"/>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910" name="Rounded Rectangle 909"/>
          <p:cNvSpPr/>
          <p:nvPr/>
        </p:nvSpPr>
        <p:spPr>
          <a:xfrm>
            <a:off x="10881360" y="3840480"/>
            <a:ext cx="3931920" cy="1188720"/>
          </a:xfrm>
          <a:prstGeom prst="roundRect">
            <a:avLst>
              <a:gd name="adj" fmla="val 10000"/>
            </a:avLst>
          </a:prstGeom>
          <a:solidFill>
            <a:srgbClr val="F5EFE9"/>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73152" rIns="164592" bIns="73152" rtlCol="0" anchor="ctr">
            <a:noAutofit/>
          </a:bodyPr>
          <a:lstStyle/>
          <a:p>
            <a:pPr algn="l"/>
            <a:r>
              <a:rPr sz="2500" b="1" dirty="0">
                <a:solidFill>
                  <a:srgbClr val="0B3D7A"/>
                </a:solidFill>
                <a:latin typeface="Delight Semi Bold"/>
              </a:rPr>
              <a:t>OriginBA</a:t>
            </a:r>
          </a:p>
          <a:p>
            <a:pPr algn="l">
              <a:spcBef>
                <a:spcPts val="300"/>
              </a:spcBef>
            </a:pPr>
            <a:r>
              <a:rPr sz="2000" b="0" dirty="0">
                <a:solidFill>
                  <a:srgbClr val="4C5D69"/>
                </a:solidFill>
                <a:latin typeface="Delight Regular"/>
              </a:rPr>
              <a:t>Error reports</a:t>
            </a:r>
            <a:r>
              <a:rPr lang="en-US" sz="2000" b="0" dirty="0">
                <a:solidFill>
                  <a:srgbClr val="4C5D69"/>
                </a:solidFill>
                <a:latin typeface="Delight Regular"/>
              </a:rPr>
              <a:t> and configuration</a:t>
            </a:r>
            <a:endParaRPr sz="2000" b="0" dirty="0">
              <a:solidFill>
                <a:srgbClr val="4C5D69"/>
              </a:solidFill>
              <a:latin typeface="Delight Regular"/>
            </a:endParaRPr>
          </a:p>
        </p:txBody>
      </p:sp>
      <p:sp>
        <p:nvSpPr>
          <p:cNvPr id="911" name="Rounded Rectangle 910"/>
          <p:cNvSpPr/>
          <p:nvPr/>
        </p:nvSpPr>
        <p:spPr>
          <a:xfrm>
            <a:off x="10881360" y="5138928"/>
            <a:ext cx="3931920" cy="566928"/>
          </a:xfrm>
          <a:prstGeom prst="roundRect">
            <a:avLst>
              <a:gd name="adj" fmla="val 50000"/>
            </a:avLst>
          </a:prstGeom>
          <a:solidFill>
            <a:srgbClr val="FFA418"/>
          </a:solidFill>
          <a:ln>
            <a:noFill/>
          </a:ln>
          <a:effectLst/>
        </p:spPr>
        <p:style>
          <a:lnRef idx="1">
            <a:schemeClr val="accent1"/>
          </a:lnRef>
          <a:fillRef idx="3">
            <a:schemeClr val="accent1"/>
          </a:fillRef>
          <a:effectRef idx="2">
            <a:schemeClr val="accent1"/>
          </a:effectRef>
          <a:fontRef idx="minor">
            <a:schemeClr val="lt1"/>
          </a:fontRef>
        </p:style>
        <p:txBody>
          <a:bodyPr wrap="square" tIns="0" bIns="0" rtlCol="0" anchor="ctr">
            <a:noAutofit/>
          </a:bodyPr>
          <a:lstStyle/>
          <a:p>
            <a:pPr algn="ctr"/>
            <a:r>
              <a:rPr sz="1700" b="1" dirty="0">
                <a:solidFill>
                  <a:srgbClr val="0B3D7A"/>
                </a:solidFill>
                <a:latin typeface="Delight Semi Bold"/>
              </a:rPr>
              <a:t>Unreliable at high error volume</a:t>
            </a:r>
            <a:r>
              <a:rPr lang="en-US" sz="1700" b="1" dirty="0">
                <a:solidFill>
                  <a:srgbClr val="0B3D7A"/>
                </a:solidFill>
                <a:latin typeface="Delight Semi Bold"/>
              </a:rPr>
              <a:t>*</a:t>
            </a:r>
            <a:endParaRPr sz="1700" b="1" dirty="0">
              <a:solidFill>
                <a:srgbClr val="0B3D7A"/>
              </a:solidFill>
              <a:latin typeface="Delight Semi Bold"/>
            </a:endParaRPr>
          </a:p>
        </p:txBody>
      </p:sp>
      <p:cxnSp>
        <p:nvCxnSpPr>
          <p:cNvPr id="912" name="Connector 911"/>
          <p:cNvCxnSpPr/>
          <p:nvPr/>
        </p:nvCxnSpPr>
        <p:spPr>
          <a:xfrm>
            <a:off x="16075229" y="3538728"/>
            <a:ext cx="0" cy="896112"/>
          </a:xfrm>
          <a:prstGeom prst="line">
            <a:avLst/>
          </a:prstGeom>
          <a:ln w="34925">
            <a:solidFill>
              <a:srgbClr val="F5EFE9"/>
            </a:solidFill>
          </a:ln>
          <a:effectLst/>
        </p:spPr>
        <p:style>
          <a:lnRef idx="2">
            <a:schemeClr val="accent1"/>
          </a:lnRef>
          <a:fillRef idx="0">
            <a:schemeClr val="accent1"/>
          </a:fillRef>
          <a:effectRef idx="1">
            <a:schemeClr val="accent1"/>
          </a:effectRef>
          <a:fontRef idx="minor">
            <a:schemeClr val="tx1"/>
          </a:fontRef>
        </p:style>
      </p:cxnSp>
      <p:cxnSp>
        <p:nvCxnSpPr>
          <p:cNvPr id="913" name="Connector 912"/>
          <p:cNvCxnSpPr/>
          <p:nvPr/>
        </p:nvCxnSpPr>
        <p:spPr>
          <a:xfrm flipH="1">
            <a:off x="14923008" y="4434840"/>
            <a:ext cx="1130198" cy="0"/>
          </a:xfrm>
          <a:prstGeom prst="line">
            <a:avLst/>
          </a:prstGeom>
          <a:ln w="34925">
            <a:solidFill>
              <a:srgbClr val="F5EFE9"/>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914" name="Connector 913"/>
          <p:cNvCxnSpPr/>
          <p:nvPr/>
        </p:nvCxnSpPr>
        <p:spPr>
          <a:xfrm>
            <a:off x="17397374" y="3538728"/>
            <a:ext cx="0" cy="3323844"/>
          </a:xfrm>
          <a:prstGeom prst="line">
            <a:avLst/>
          </a:prstGeom>
          <a:ln w="34925">
            <a:solidFill>
              <a:srgbClr val="F5EFE9"/>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915" name="Rounded Rectangle 914"/>
          <p:cNvSpPr/>
          <p:nvPr/>
        </p:nvSpPr>
        <p:spPr>
          <a:xfrm>
            <a:off x="15431414" y="6972300"/>
            <a:ext cx="3931920" cy="2103120"/>
          </a:xfrm>
          <a:prstGeom prst="roundRect">
            <a:avLst>
              <a:gd name="adj" fmla="val 10000"/>
            </a:avLst>
          </a:prstGeom>
          <a:solidFill>
            <a:srgbClr val="F5EFE9"/>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73152" rIns="164592" bIns="73152" rtlCol="0" anchor="ctr">
            <a:noAutofit/>
          </a:bodyPr>
          <a:lstStyle/>
          <a:p>
            <a:pPr algn="l"/>
            <a:r>
              <a:rPr sz="2500" b="1" dirty="0">
                <a:solidFill>
                  <a:srgbClr val="0B3D7A"/>
                </a:solidFill>
                <a:latin typeface="Delight Semi Bold"/>
              </a:rPr>
              <a:t>SQL Developer</a:t>
            </a:r>
          </a:p>
          <a:p>
            <a:pPr algn="l">
              <a:spcBef>
                <a:spcPts val="300"/>
              </a:spcBef>
            </a:pPr>
            <a:r>
              <a:rPr lang="en-US" sz="2000" dirty="0">
                <a:solidFill>
                  <a:srgbClr val="4C5D69"/>
                </a:solidFill>
                <a:latin typeface="Delight Regular"/>
              </a:rPr>
              <a:t>Additional q</a:t>
            </a:r>
            <a:r>
              <a:rPr sz="2000" b="0" dirty="0">
                <a:solidFill>
                  <a:srgbClr val="4C5D69"/>
                </a:solidFill>
                <a:latin typeface="Delight Regular"/>
              </a:rPr>
              <a:t>ueries run by hand</a:t>
            </a:r>
          </a:p>
        </p:txBody>
      </p:sp>
      <p:sp>
        <p:nvSpPr>
          <p:cNvPr id="916" name="Rounded Rectangle 915"/>
          <p:cNvSpPr/>
          <p:nvPr/>
        </p:nvSpPr>
        <p:spPr>
          <a:xfrm>
            <a:off x="5582716" y="6734556"/>
            <a:ext cx="2083765" cy="265176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a:p>
        </p:txBody>
      </p:sp>
      <p:sp>
        <p:nvSpPr>
          <p:cNvPr id="917" name="Round Same Side Corner Rectangle 916"/>
          <p:cNvSpPr/>
          <p:nvPr/>
        </p:nvSpPr>
        <p:spPr>
          <a:xfrm>
            <a:off x="5582716" y="6734556"/>
            <a:ext cx="2083765" cy="329184"/>
          </a:xfrm>
          <a:prstGeom prst="round2SameRect">
            <a:avLst>
              <a:gd name="adj1" fmla="val 31650"/>
              <a:gd name="adj2" fmla="val 0"/>
            </a:avLst>
          </a:prstGeom>
          <a:solidFill>
            <a:srgbClr val="1D6F4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a:p>
        </p:txBody>
      </p:sp>
      <p:sp>
        <p:nvSpPr>
          <p:cNvPr id="2" name="Freeform 1"/>
          <p:cNvSpPr/>
          <p:nvPr/>
        </p:nvSpPr>
        <p:spPr>
          <a:xfrm>
            <a:off x="5710732" y="7173468"/>
            <a:ext cx="1827734" cy="877824"/>
          </a:xfrm>
          <a:custGeom>
            <a:avLst/>
            <a:gdLst/>
            <a:ahLst/>
            <a:cxnLst/>
            <a:rect l="l" t="t" r="r" b="b"/>
            <a:pathLst>
              <a:path w="1827734" h="877824">
                <a:moveTo>
                  <a:pt x="0" y="0"/>
                </a:moveTo>
                <a:lnTo>
                  <a:pt x="1827734" y="0"/>
                </a:lnTo>
                <a:moveTo>
                  <a:pt x="0" y="219456"/>
                </a:moveTo>
                <a:lnTo>
                  <a:pt x="1827734" y="219456"/>
                </a:lnTo>
                <a:moveTo>
                  <a:pt x="0" y="438912"/>
                </a:moveTo>
                <a:lnTo>
                  <a:pt x="1827734" y="438912"/>
                </a:lnTo>
                <a:moveTo>
                  <a:pt x="0" y="658368"/>
                </a:moveTo>
                <a:lnTo>
                  <a:pt x="1827734" y="658368"/>
                </a:lnTo>
                <a:moveTo>
                  <a:pt x="0" y="877824"/>
                </a:moveTo>
                <a:lnTo>
                  <a:pt x="1827734" y="877824"/>
                </a:lnTo>
                <a:moveTo>
                  <a:pt x="0" y="0"/>
                </a:moveTo>
                <a:lnTo>
                  <a:pt x="0" y="877824"/>
                </a:lnTo>
                <a:moveTo>
                  <a:pt x="456934" y="0"/>
                </a:moveTo>
                <a:lnTo>
                  <a:pt x="456934" y="877824"/>
                </a:lnTo>
                <a:moveTo>
                  <a:pt x="913867" y="0"/>
                </a:moveTo>
                <a:lnTo>
                  <a:pt x="913867" y="877824"/>
                </a:lnTo>
                <a:moveTo>
                  <a:pt x="1370800" y="0"/>
                </a:moveTo>
                <a:lnTo>
                  <a:pt x="1370800" y="877824"/>
                </a:lnTo>
                <a:moveTo>
                  <a:pt x="1827734" y="0"/>
                </a:moveTo>
                <a:lnTo>
                  <a:pt x="1827734" y="877824"/>
                </a:lnTo>
              </a:path>
            </a:pathLst>
          </a:custGeom>
          <a:noFill/>
          <a:ln w="12700">
            <a:solidFill>
              <a:srgbClr val="DBD3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8" name="TextBox 917"/>
          <p:cNvSpPr txBox="1"/>
          <p:nvPr/>
        </p:nvSpPr>
        <p:spPr>
          <a:xfrm>
            <a:off x="5637580" y="8142732"/>
            <a:ext cx="1974037" cy="1133856"/>
          </a:xfrm>
          <a:prstGeom prst="rect">
            <a:avLst/>
          </a:prstGeom>
          <a:noFill/>
        </p:spPr>
        <p:txBody>
          <a:bodyPr wrap="square" lIns="0" tIns="0" rIns="0" bIns="0" anchor="ctr">
            <a:noAutofit/>
          </a:bodyPr>
          <a:lstStyle/>
          <a:p>
            <a:pPr algn="ctr"/>
            <a:r>
              <a:rPr sz="1800" b="1">
                <a:solidFill>
                  <a:srgbClr val="0B3D7A"/>
                </a:solidFill>
                <a:latin typeface="Delight Semi Bold"/>
              </a:rPr>
              <a:t>Error Workbook</a:t>
            </a:r>
          </a:p>
        </p:txBody>
      </p:sp>
      <p:sp>
        <p:nvSpPr>
          <p:cNvPr id="922" name="Rounded Rectangle 921"/>
          <p:cNvSpPr/>
          <p:nvPr/>
        </p:nvSpPr>
        <p:spPr>
          <a:xfrm>
            <a:off x="8984818" y="6716300"/>
            <a:ext cx="2083765" cy="265176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a:p>
        </p:txBody>
      </p:sp>
      <p:sp>
        <p:nvSpPr>
          <p:cNvPr id="923" name="Round Same Side Corner Rectangle 922"/>
          <p:cNvSpPr/>
          <p:nvPr/>
        </p:nvSpPr>
        <p:spPr>
          <a:xfrm>
            <a:off x="8984818" y="6716300"/>
            <a:ext cx="2083765" cy="329184"/>
          </a:xfrm>
          <a:prstGeom prst="round2SameRect">
            <a:avLst>
              <a:gd name="adj1" fmla="val 31650"/>
              <a:gd name="adj2" fmla="val 0"/>
            </a:avLst>
          </a:prstGeom>
          <a:solidFill>
            <a:srgbClr val="1D6F4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a:p>
        </p:txBody>
      </p:sp>
      <p:sp>
        <p:nvSpPr>
          <p:cNvPr id="4" name="Freeform 3"/>
          <p:cNvSpPr/>
          <p:nvPr/>
        </p:nvSpPr>
        <p:spPr>
          <a:xfrm>
            <a:off x="9112834" y="7155212"/>
            <a:ext cx="1827733" cy="877824"/>
          </a:xfrm>
          <a:custGeom>
            <a:avLst/>
            <a:gdLst/>
            <a:ahLst/>
            <a:cxnLst/>
            <a:rect l="l" t="t" r="r" b="b"/>
            <a:pathLst>
              <a:path w="1827733" h="877824">
                <a:moveTo>
                  <a:pt x="0" y="0"/>
                </a:moveTo>
                <a:lnTo>
                  <a:pt x="1827733" y="0"/>
                </a:lnTo>
                <a:moveTo>
                  <a:pt x="0" y="219456"/>
                </a:moveTo>
                <a:lnTo>
                  <a:pt x="1827733" y="219456"/>
                </a:lnTo>
                <a:moveTo>
                  <a:pt x="0" y="438912"/>
                </a:moveTo>
                <a:lnTo>
                  <a:pt x="1827733" y="438912"/>
                </a:lnTo>
                <a:moveTo>
                  <a:pt x="0" y="658368"/>
                </a:moveTo>
                <a:lnTo>
                  <a:pt x="1827733" y="658368"/>
                </a:lnTo>
                <a:moveTo>
                  <a:pt x="0" y="877824"/>
                </a:moveTo>
                <a:lnTo>
                  <a:pt x="1827733" y="877824"/>
                </a:lnTo>
                <a:moveTo>
                  <a:pt x="0" y="0"/>
                </a:moveTo>
                <a:lnTo>
                  <a:pt x="0" y="877824"/>
                </a:lnTo>
                <a:moveTo>
                  <a:pt x="456933" y="0"/>
                </a:moveTo>
                <a:lnTo>
                  <a:pt x="456933" y="877824"/>
                </a:lnTo>
                <a:moveTo>
                  <a:pt x="913866" y="0"/>
                </a:moveTo>
                <a:lnTo>
                  <a:pt x="913866" y="877824"/>
                </a:lnTo>
                <a:moveTo>
                  <a:pt x="1370800" y="0"/>
                </a:moveTo>
                <a:lnTo>
                  <a:pt x="1370800" y="877824"/>
                </a:lnTo>
                <a:moveTo>
                  <a:pt x="1827733" y="0"/>
                </a:moveTo>
                <a:lnTo>
                  <a:pt x="1827733" y="877824"/>
                </a:lnTo>
              </a:path>
            </a:pathLst>
          </a:custGeom>
          <a:noFill/>
          <a:ln w="12700">
            <a:solidFill>
              <a:srgbClr val="DBD3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4" name="TextBox 923"/>
          <p:cNvSpPr txBox="1"/>
          <p:nvPr/>
        </p:nvSpPr>
        <p:spPr>
          <a:xfrm>
            <a:off x="9039682" y="8124476"/>
            <a:ext cx="1974037" cy="1133856"/>
          </a:xfrm>
          <a:prstGeom prst="rect">
            <a:avLst/>
          </a:prstGeom>
          <a:noFill/>
        </p:spPr>
        <p:txBody>
          <a:bodyPr wrap="square" lIns="0" tIns="0" rIns="0" bIns="0" anchor="ctr">
            <a:noAutofit/>
          </a:bodyPr>
          <a:lstStyle/>
          <a:p>
            <a:pPr algn="ctr"/>
            <a:r>
              <a:rPr sz="1800" b="1" dirty="0">
                <a:solidFill>
                  <a:srgbClr val="0B3D7A"/>
                </a:solidFill>
                <a:latin typeface="Delight Semi Bold"/>
              </a:rPr>
              <a:t>File Master List</a:t>
            </a:r>
          </a:p>
        </p:txBody>
      </p:sp>
      <p:sp>
        <p:nvSpPr>
          <p:cNvPr id="925" name="Rounded Rectangle 924"/>
          <p:cNvSpPr/>
          <p:nvPr/>
        </p:nvSpPr>
        <p:spPr>
          <a:xfrm>
            <a:off x="12382652" y="6697980"/>
            <a:ext cx="2083765" cy="265176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a:p>
        </p:txBody>
      </p:sp>
      <p:sp>
        <p:nvSpPr>
          <p:cNvPr id="926" name="Round Same Side Corner Rectangle 925"/>
          <p:cNvSpPr/>
          <p:nvPr/>
        </p:nvSpPr>
        <p:spPr>
          <a:xfrm>
            <a:off x="12382652" y="6697980"/>
            <a:ext cx="2083765" cy="329184"/>
          </a:xfrm>
          <a:prstGeom prst="round2SameRect">
            <a:avLst>
              <a:gd name="adj1" fmla="val 31650"/>
              <a:gd name="adj2" fmla="val 0"/>
            </a:avLst>
          </a:prstGeom>
          <a:solidFill>
            <a:srgbClr val="1D6F4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a:p>
        </p:txBody>
      </p:sp>
      <p:sp>
        <p:nvSpPr>
          <p:cNvPr id="5" name="Freeform 4"/>
          <p:cNvSpPr/>
          <p:nvPr/>
        </p:nvSpPr>
        <p:spPr>
          <a:xfrm>
            <a:off x="12510668" y="7136892"/>
            <a:ext cx="1827733" cy="877824"/>
          </a:xfrm>
          <a:custGeom>
            <a:avLst/>
            <a:gdLst/>
            <a:ahLst/>
            <a:cxnLst/>
            <a:rect l="l" t="t" r="r" b="b"/>
            <a:pathLst>
              <a:path w="1827733" h="877824">
                <a:moveTo>
                  <a:pt x="0" y="0"/>
                </a:moveTo>
                <a:lnTo>
                  <a:pt x="1827733" y="0"/>
                </a:lnTo>
                <a:moveTo>
                  <a:pt x="0" y="219456"/>
                </a:moveTo>
                <a:lnTo>
                  <a:pt x="1827733" y="219456"/>
                </a:lnTo>
                <a:moveTo>
                  <a:pt x="0" y="438912"/>
                </a:moveTo>
                <a:lnTo>
                  <a:pt x="1827733" y="438912"/>
                </a:lnTo>
                <a:moveTo>
                  <a:pt x="0" y="658368"/>
                </a:moveTo>
                <a:lnTo>
                  <a:pt x="1827733" y="658368"/>
                </a:lnTo>
                <a:moveTo>
                  <a:pt x="0" y="877824"/>
                </a:moveTo>
                <a:lnTo>
                  <a:pt x="1827733" y="877824"/>
                </a:lnTo>
                <a:moveTo>
                  <a:pt x="0" y="0"/>
                </a:moveTo>
                <a:lnTo>
                  <a:pt x="0" y="877824"/>
                </a:lnTo>
                <a:moveTo>
                  <a:pt x="456933" y="0"/>
                </a:moveTo>
                <a:lnTo>
                  <a:pt x="456933" y="877824"/>
                </a:lnTo>
                <a:moveTo>
                  <a:pt x="913867" y="0"/>
                </a:moveTo>
                <a:lnTo>
                  <a:pt x="913867" y="877824"/>
                </a:lnTo>
                <a:moveTo>
                  <a:pt x="1370800" y="0"/>
                </a:moveTo>
                <a:lnTo>
                  <a:pt x="1370800" y="877824"/>
                </a:lnTo>
                <a:moveTo>
                  <a:pt x="1827733" y="0"/>
                </a:moveTo>
                <a:lnTo>
                  <a:pt x="1827733" y="877824"/>
                </a:lnTo>
              </a:path>
            </a:pathLst>
          </a:custGeom>
          <a:noFill/>
          <a:ln w="12700">
            <a:solidFill>
              <a:srgbClr val="DBD3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7" name="TextBox 926"/>
          <p:cNvSpPr txBox="1"/>
          <p:nvPr/>
        </p:nvSpPr>
        <p:spPr>
          <a:xfrm>
            <a:off x="12437516" y="8106156"/>
            <a:ext cx="1974037" cy="1133856"/>
          </a:xfrm>
          <a:prstGeom prst="rect">
            <a:avLst/>
          </a:prstGeom>
          <a:noFill/>
        </p:spPr>
        <p:txBody>
          <a:bodyPr wrap="square" lIns="0" tIns="0" rIns="0" bIns="0" anchor="ctr">
            <a:noAutofit/>
          </a:bodyPr>
          <a:lstStyle/>
          <a:p>
            <a:pPr algn="ctr"/>
            <a:r>
              <a:rPr sz="1800" b="1">
                <a:solidFill>
                  <a:srgbClr val="0B3D7A"/>
                </a:solidFill>
                <a:latin typeface="Delight Semi Bold"/>
              </a:rPr>
              <a:t>Decisions log</a:t>
            </a:r>
          </a:p>
        </p:txBody>
      </p:sp>
      <p:sp>
        <p:nvSpPr>
          <p:cNvPr id="928" name="Rounded Rectangle 927"/>
          <p:cNvSpPr/>
          <p:nvPr/>
        </p:nvSpPr>
        <p:spPr>
          <a:xfrm>
            <a:off x="740664" y="6972300"/>
            <a:ext cx="3931920" cy="2103120"/>
          </a:xfrm>
          <a:prstGeom prst="roundRect">
            <a:avLst>
              <a:gd name="adj" fmla="val 10000"/>
            </a:avLst>
          </a:prstGeom>
          <a:solidFill>
            <a:srgbClr val="F5EFE9"/>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73152" rIns="164592" bIns="73152" rtlCol="0" anchor="ctr">
            <a:noAutofit/>
          </a:bodyPr>
          <a:lstStyle/>
          <a:p>
            <a:pPr algn="l"/>
            <a:r>
              <a:rPr sz="2500" b="1" dirty="0">
                <a:solidFill>
                  <a:srgbClr val="0B3D7A"/>
                </a:solidFill>
                <a:latin typeface="Delight Semi Bold"/>
              </a:rPr>
              <a:t>Email and </a:t>
            </a:r>
            <a:r>
              <a:rPr lang="en-US" sz="2500" b="1" dirty="0">
                <a:solidFill>
                  <a:srgbClr val="0B3D7A"/>
                </a:solidFill>
                <a:latin typeface="Delight Semi Bold"/>
              </a:rPr>
              <a:t>Files</a:t>
            </a:r>
            <a:endParaRPr sz="2500" b="1" dirty="0">
              <a:solidFill>
                <a:srgbClr val="0B3D7A"/>
              </a:solidFill>
              <a:latin typeface="Delight Semi Bold"/>
            </a:endParaRPr>
          </a:p>
          <a:p>
            <a:pPr algn="l">
              <a:spcBef>
                <a:spcPts val="300"/>
              </a:spcBef>
            </a:pPr>
            <a:r>
              <a:rPr sz="2000" b="0" dirty="0">
                <a:solidFill>
                  <a:srgbClr val="4C5D69"/>
                </a:solidFill>
                <a:latin typeface="Delight Regular"/>
              </a:rPr>
              <a:t>Sent to the client</a:t>
            </a:r>
          </a:p>
        </p:txBody>
      </p:sp>
      <p:cxnSp>
        <p:nvCxnSpPr>
          <p:cNvPr id="929" name="Connector 928"/>
          <p:cNvCxnSpPr/>
          <p:nvPr/>
        </p:nvCxnSpPr>
        <p:spPr>
          <a:xfrm flipH="1">
            <a:off x="14576145" y="8023860"/>
            <a:ext cx="745541" cy="0"/>
          </a:xfrm>
          <a:prstGeom prst="line">
            <a:avLst/>
          </a:prstGeom>
          <a:ln w="34925">
            <a:solidFill>
              <a:srgbClr val="F5EFE9"/>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930" name="Connector 929"/>
          <p:cNvCxnSpPr/>
          <p:nvPr/>
        </p:nvCxnSpPr>
        <p:spPr>
          <a:xfrm flipH="1">
            <a:off x="4782312" y="8023860"/>
            <a:ext cx="745540" cy="0"/>
          </a:xfrm>
          <a:prstGeom prst="line">
            <a:avLst/>
          </a:prstGeom>
          <a:ln w="34925">
            <a:solidFill>
              <a:srgbClr val="F5EFE9"/>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931" name="Connector 930"/>
          <p:cNvCxnSpPr/>
          <p:nvPr/>
        </p:nvCxnSpPr>
        <p:spPr>
          <a:xfrm flipV="1">
            <a:off x="2706624" y="3538728"/>
            <a:ext cx="0" cy="3323844"/>
          </a:xfrm>
          <a:prstGeom prst="line">
            <a:avLst/>
          </a:prstGeom>
          <a:ln w="34925">
            <a:solidFill>
              <a:srgbClr val="F5EFE9"/>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6" name="Connector 928">
            <a:extLst>
              <a:ext uri="{FF2B5EF4-FFF2-40B4-BE49-F238E27FC236}">
                <a16:creationId xmlns:a16="http://schemas.microsoft.com/office/drawing/2014/main" id="{BEB60A8F-C93B-AC7B-D6D4-DCC85505D9A0}"/>
              </a:ext>
            </a:extLst>
          </p:cNvPr>
          <p:cNvCxnSpPr/>
          <p:nvPr/>
        </p:nvCxnSpPr>
        <p:spPr>
          <a:xfrm flipH="1">
            <a:off x="11362774" y="8033036"/>
            <a:ext cx="745541" cy="0"/>
          </a:xfrm>
          <a:prstGeom prst="line">
            <a:avLst/>
          </a:prstGeom>
          <a:ln w="34925">
            <a:solidFill>
              <a:srgbClr val="F5EFE9"/>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7" name="Connector 928">
            <a:extLst>
              <a:ext uri="{FF2B5EF4-FFF2-40B4-BE49-F238E27FC236}">
                <a16:creationId xmlns:a16="http://schemas.microsoft.com/office/drawing/2014/main" id="{2462D4BF-95F9-8B56-61ED-8C1DFDA4FC54}"/>
              </a:ext>
            </a:extLst>
          </p:cNvPr>
          <p:cNvCxnSpPr/>
          <p:nvPr/>
        </p:nvCxnSpPr>
        <p:spPr>
          <a:xfrm flipH="1">
            <a:off x="7938639" y="8023860"/>
            <a:ext cx="745541" cy="0"/>
          </a:xfrm>
          <a:prstGeom prst="line">
            <a:avLst/>
          </a:prstGeom>
          <a:ln w="34925">
            <a:solidFill>
              <a:srgbClr val="F5EFE9"/>
            </a:solidFill>
            <a:tailEnd type="triangle"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F2E475-5798-D3E1-D59A-AE0D293A2403}"/>
              </a:ext>
            </a:extLst>
          </p:cNvPr>
          <p:cNvSpPr>
            <a:spLocks noGrp="1"/>
          </p:cNvSpPr>
          <p:nvPr>
            <p:ph type="title"/>
          </p:nvPr>
        </p:nvSpPr>
        <p:spPr/>
        <p:txBody>
          <a:bodyPr/>
          <a:lstStyle/>
          <a:p>
            <a:r>
              <a:rPr lang="en-US" sz="8000" dirty="0"/>
              <a:t>What is being solved?</a:t>
            </a:r>
          </a:p>
        </p:txBody>
      </p:sp>
      <p:sp>
        <p:nvSpPr>
          <p:cNvPr id="3" name="Text Placeholder 2">
            <a:extLst>
              <a:ext uri="{FF2B5EF4-FFF2-40B4-BE49-F238E27FC236}">
                <a16:creationId xmlns:a16="http://schemas.microsoft.com/office/drawing/2014/main" id="{BBFBCA57-C7EC-6BF7-FD08-0DAC229DF59E}"/>
              </a:ext>
            </a:extLst>
          </p:cNvPr>
          <p:cNvSpPr>
            <a:spLocks noGrp="1"/>
          </p:cNvSpPr>
          <p:nvPr>
            <p:ph type="body" idx="1"/>
          </p:nvPr>
        </p:nvSpPr>
        <p:spPr/>
        <p:txBody>
          <a:bodyPr/>
          <a:lstStyle/>
          <a:p>
            <a:r>
              <a:rPr lang="en-US" dirty="0"/>
              <a:t>S1</a:t>
            </a:r>
          </a:p>
        </p:txBody>
      </p:sp>
      <p:sp>
        <p:nvSpPr>
          <p:cNvPr id="4" name="Text Placeholder 3">
            <a:extLst>
              <a:ext uri="{FF2B5EF4-FFF2-40B4-BE49-F238E27FC236}">
                <a16:creationId xmlns:a16="http://schemas.microsoft.com/office/drawing/2014/main" id="{17C486E8-970D-B1B4-0EAF-55266496AA91}"/>
              </a:ext>
            </a:extLst>
          </p:cNvPr>
          <p:cNvSpPr>
            <a:spLocks noGrp="1"/>
          </p:cNvSpPr>
          <p:nvPr>
            <p:ph type="body" idx="13"/>
          </p:nvPr>
        </p:nvSpPr>
        <p:spPr>
          <a:xfrm>
            <a:off x="1441450" y="701676"/>
            <a:ext cx="3505200" cy="533400"/>
          </a:xfrm>
        </p:spPr>
        <p:txBody>
          <a:bodyPr/>
          <a:lstStyle/>
          <a:p>
            <a:r>
              <a:rPr lang="en-US" dirty="0"/>
              <a:t>Core Issues</a:t>
            </a:r>
          </a:p>
        </p:txBody>
      </p:sp>
      <p:sp>
        <p:nvSpPr>
          <p:cNvPr id="11" name="Footer Placeholder 3">
            <a:extLst>
              <a:ext uri="{FF2B5EF4-FFF2-40B4-BE49-F238E27FC236}">
                <a16:creationId xmlns:a16="http://schemas.microsoft.com/office/drawing/2014/main" id="{FFDCD7F6-9636-9FFA-6830-B54DFAC8783E}"/>
              </a:ext>
            </a:extLst>
          </p:cNvPr>
          <p:cNvSpPr txBox="1">
            <a:spLocks/>
          </p:cNvSpPr>
          <p:nvPr/>
        </p:nvSpPr>
        <p:spPr>
          <a:xfrm>
            <a:off x="5044281" y="10707688"/>
            <a:ext cx="10015538" cy="601662"/>
          </a:xfrm>
          <a:prstGeom prst="rect">
            <a:avLst/>
          </a:prstGeom>
        </p:spPr>
        <p:txBody>
          <a:bodyPr/>
          <a:lstStyle>
            <a:defPPr>
              <a:defRPr kern="0"/>
            </a:defPPr>
            <a:lvl1pPr>
              <a:defRPr sz="1600"/>
            </a:lvl1pPr>
          </a:lstStyle>
          <a:p>
            <a:pPr algn="ctr"/>
            <a:r>
              <a:rPr lang="en-US" sz="1050" b="1" dirty="0">
                <a:solidFill>
                  <a:srgbClr val="FFFFFF"/>
                </a:solidFill>
                <a:latin typeface="Delight Semi Bold"/>
              </a:rPr>
              <a:t>@2026, Origin Utility, Inc / Proprietary &amp; Confidential / Internal Use Only</a:t>
            </a:r>
            <a:endParaRPr lang="en-US" sz="1050" b="1" dirty="0">
              <a:solidFill>
                <a:srgbClr val="FFFFFF"/>
              </a:solidFill>
            </a:endParaRPr>
          </a:p>
        </p:txBody>
      </p:sp>
      <p:sp>
        <p:nvSpPr>
          <p:cNvPr id="12" name="Rounded Rectangle 11"/>
          <p:cNvSpPr/>
          <p:nvPr/>
        </p:nvSpPr>
        <p:spPr>
          <a:xfrm>
            <a:off x="740664" y="4160520"/>
            <a:ext cx="8808415" cy="4937760"/>
          </a:xfrm>
          <a:prstGeom prst="roundRect">
            <a:avLst>
              <a:gd name="adj" fmla="val 4000"/>
            </a:avLst>
          </a:prstGeom>
          <a:solidFill>
            <a:srgbClr val="F5EFE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a:p>
        </p:txBody>
      </p:sp>
      <p:sp>
        <p:nvSpPr>
          <p:cNvPr id="13" name="TextBox 12"/>
          <p:cNvSpPr txBox="1"/>
          <p:nvPr/>
        </p:nvSpPr>
        <p:spPr>
          <a:xfrm>
            <a:off x="1197864" y="4507992"/>
            <a:ext cx="7894015" cy="566928"/>
          </a:xfrm>
          <a:prstGeom prst="rect">
            <a:avLst/>
          </a:prstGeom>
          <a:noFill/>
        </p:spPr>
        <p:txBody>
          <a:bodyPr wrap="square" lIns="0" tIns="0" rIns="0" bIns="0" anchor="t">
            <a:noAutofit/>
          </a:bodyPr>
          <a:lstStyle/>
          <a:p>
            <a:pPr algn="l"/>
            <a:r>
              <a:rPr sz="3200" b="1">
                <a:solidFill>
                  <a:srgbClr val="0B3D7A"/>
                </a:solidFill>
                <a:latin typeface="Delight Semi Bold"/>
              </a:rPr>
              <a:t>Problem</a:t>
            </a:r>
          </a:p>
        </p:txBody>
      </p:sp>
      <p:sp>
        <p:nvSpPr>
          <p:cNvPr id="14" name="TextBox 13"/>
          <p:cNvSpPr txBox="1"/>
          <p:nvPr/>
        </p:nvSpPr>
        <p:spPr>
          <a:xfrm>
            <a:off x="1197864" y="5276088"/>
            <a:ext cx="7894015" cy="3502152"/>
          </a:xfrm>
          <a:prstGeom prst="rect">
            <a:avLst/>
          </a:prstGeom>
          <a:noFill/>
        </p:spPr>
        <p:txBody>
          <a:bodyPr wrap="square" lIns="0" tIns="0" rIns="0" bIns="0">
            <a:noAutofit/>
          </a:bodyPr>
          <a:lstStyle/>
          <a:p>
            <a:pPr marL="347472" indent="-347472">
              <a:buClr>
                <a:srgbClr val="FFA418"/>
              </a:buClr>
              <a:buSzPct val="100000"/>
              <a:buFont typeface="Arial"/>
              <a:buChar char="•"/>
            </a:pPr>
            <a:r>
              <a:rPr sz="2400" b="0" dirty="0">
                <a:solidFill>
                  <a:srgbClr val="4C5D69"/>
                </a:solidFill>
                <a:latin typeface="Delight Regular"/>
              </a:rPr>
              <a:t>Multiple spreadsheets for errors, data decisions, and other conversion related items</a:t>
            </a:r>
          </a:p>
          <a:p>
            <a:pPr marL="347472" indent="-347472">
              <a:spcBef>
                <a:spcPts val="800"/>
              </a:spcBef>
              <a:buClr>
                <a:srgbClr val="FFA418"/>
              </a:buClr>
              <a:buSzPct val="100000"/>
              <a:buFont typeface="Arial"/>
              <a:buChar char="•"/>
            </a:pPr>
            <a:r>
              <a:rPr sz="2400" b="0" dirty="0">
                <a:solidFill>
                  <a:srgbClr val="4C5D69"/>
                </a:solidFill>
                <a:latin typeface="Delight Regular"/>
              </a:rPr>
              <a:t>DataVergence requires 3 unique </a:t>
            </a:r>
            <a:r>
              <a:rPr lang="en-US" sz="2400" b="0" dirty="0">
                <a:solidFill>
                  <a:srgbClr val="4C5D69"/>
                </a:solidFill>
                <a:latin typeface="Delight Regular"/>
              </a:rPr>
              <a:t>Origin </a:t>
            </a:r>
            <a:r>
              <a:rPr sz="2400" b="0" dirty="0">
                <a:solidFill>
                  <a:srgbClr val="4C5D69"/>
                </a:solidFill>
                <a:latin typeface="Delight Regular"/>
              </a:rPr>
              <a:t>services: BA, JS, and DX.</a:t>
            </a:r>
          </a:p>
          <a:p>
            <a:pPr marL="347472" indent="-347472">
              <a:spcBef>
                <a:spcPts val="800"/>
              </a:spcBef>
              <a:buClr>
                <a:srgbClr val="FFA418"/>
              </a:buClr>
              <a:buSzPct val="100000"/>
              <a:buFont typeface="Arial"/>
              <a:buChar char="•"/>
            </a:pPr>
            <a:r>
              <a:rPr sz="2400" b="0" dirty="0">
                <a:solidFill>
                  <a:srgbClr val="4C5D69"/>
                </a:solidFill>
                <a:latin typeface="Delight Regular"/>
              </a:rPr>
              <a:t>OriginBA unreliable with high number of error rows</a:t>
            </a:r>
          </a:p>
          <a:p>
            <a:pPr marL="347472" indent="-347472">
              <a:spcBef>
                <a:spcPts val="800"/>
              </a:spcBef>
              <a:buClr>
                <a:srgbClr val="FFA418"/>
              </a:buClr>
              <a:buSzPct val="100000"/>
              <a:buFont typeface="Arial"/>
              <a:buChar char="•"/>
            </a:pPr>
            <a:r>
              <a:rPr sz="2400" b="0" dirty="0">
                <a:solidFill>
                  <a:srgbClr val="4C5D69"/>
                </a:solidFill>
                <a:latin typeface="Delight Regular"/>
              </a:rPr>
              <a:t>No error tracking over time</a:t>
            </a:r>
          </a:p>
          <a:p>
            <a:pPr marL="347472" indent="-347472">
              <a:spcBef>
                <a:spcPts val="800"/>
              </a:spcBef>
              <a:buClr>
                <a:srgbClr val="FFA418"/>
              </a:buClr>
              <a:buSzPct val="100000"/>
              <a:buFont typeface="Arial"/>
              <a:buChar char="•"/>
            </a:pPr>
            <a:r>
              <a:rPr sz="2400" b="0" dirty="0">
                <a:solidFill>
                  <a:srgbClr val="4C5D69"/>
                </a:solidFill>
                <a:latin typeface="Delight Regular"/>
              </a:rPr>
              <a:t>Origin spend</a:t>
            </a:r>
            <a:r>
              <a:rPr lang="en-US" sz="2400" b="0" dirty="0">
                <a:solidFill>
                  <a:srgbClr val="4C5D69"/>
                </a:solidFill>
                <a:latin typeface="Delight Regular"/>
              </a:rPr>
              <a:t>s</a:t>
            </a:r>
            <a:r>
              <a:rPr sz="2400" b="0" dirty="0">
                <a:solidFill>
                  <a:srgbClr val="4C5D69"/>
                </a:solidFill>
                <a:latin typeface="Delight Regular"/>
              </a:rPr>
              <a:t> time on </a:t>
            </a:r>
            <a:r>
              <a:rPr lang="en-US" sz="2400" b="0" dirty="0">
                <a:solidFill>
                  <a:srgbClr val="4C5D69"/>
                </a:solidFill>
                <a:latin typeface="Delight Regular"/>
              </a:rPr>
              <a:t>routine </a:t>
            </a:r>
            <a:r>
              <a:rPr sz="2400" b="0" dirty="0">
                <a:solidFill>
                  <a:srgbClr val="4C5D69"/>
                </a:solidFill>
                <a:latin typeface="Delight Regular"/>
              </a:rPr>
              <a:t>validations each cycle</a:t>
            </a:r>
          </a:p>
        </p:txBody>
      </p:sp>
      <p:sp>
        <p:nvSpPr>
          <p:cNvPr id="15" name="Rounded Rectangle 14"/>
          <p:cNvSpPr/>
          <p:nvPr/>
        </p:nvSpPr>
        <p:spPr>
          <a:xfrm>
            <a:off x="10554919" y="4160520"/>
            <a:ext cx="8808415" cy="4937760"/>
          </a:xfrm>
          <a:prstGeom prst="roundRect">
            <a:avLst>
              <a:gd name="adj" fmla="val 4000"/>
            </a:avLst>
          </a:prstGeom>
          <a:solidFill>
            <a:srgbClr val="F5EFE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a:p>
        </p:txBody>
      </p:sp>
      <p:sp>
        <p:nvSpPr>
          <p:cNvPr id="16" name="TextBox 15"/>
          <p:cNvSpPr txBox="1"/>
          <p:nvPr/>
        </p:nvSpPr>
        <p:spPr>
          <a:xfrm>
            <a:off x="11012119" y="4507992"/>
            <a:ext cx="7894015" cy="566928"/>
          </a:xfrm>
          <a:prstGeom prst="rect">
            <a:avLst/>
          </a:prstGeom>
          <a:noFill/>
        </p:spPr>
        <p:txBody>
          <a:bodyPr wrap="square" lIns="0" tIns="0" rIns="0" bIns="0" anchor="t">
            <a:noAutofit/>
          </a:bodyPr>
          <a:lstStyle/>
          <a:p>
            <a:pPr algn="l"/>
            <a:r>
              <a:rPr sz="3200" b="1">
                <a:solidFill>
                  <a:srgbClr val="0B3D7A"/>
                </a:solidFill>
                <a:latin typeface="Delight Semi Bold"/>
              </a:rPr>
              <a:t>Solution</a:t>
            </a:r>
          </a:p>
        </p:txBody>
      </p:sp>
      <p:sp>
        <p:nvSpPr>
          <p:cNvPr id="17" name="TextBox 16"/>
          <p:cNvSpPr txBox="1"/>
          <p:nvPr/>
        </p:nvSpPr>
        <p:spPr>
          <a:xfrm>
            <a:off x="11012119" y="5276088"/>
            <a:ext cx="7894015" cy="3502152"/>
          </a:xfrm>
          <a:prstGeom prst="rect">
            <a:avLst/>
          </a:prstGeom>
          <a:noFill/>
        </p:spPr>
        <p:txBody>
          <a:bodyPr wrap="square" lIns="0" tIns="0" rIns="0" bIns="0">
            <a:noAutofit/>
          </a:bodyPr>
          <a:lstStyle/>
          <a:p>
            <a:pPr marL="347472" indent="-347472">
              <a:buClr>
                <a:srgbClr val="006DA7"/>
              </a:buClr>
              <a:buSzPct val="100000"/>
              <a:buFont typeface="Arial"/>
              <a:buChar char="•"/>
            </a:pPr>
            <a:r>
              <a:rPr sz="2400" b="0" dirty="0">
                <a:solidFill>
                  <a:srgbClr val="4C5D69"/>
                </a:solidFill>
                <a:latin typeface="Delight Regular"/>
              </a:rPr>
              <a:t>One, unified, source of truth for all project members</a:t>
            </a:r>
          </a:p>
          <a:p>
            <a:pPr marL="347472" indent="-347472">
              <a:spcBef>
                <a:spcPts val="800"/>
              </a:spcBef>
              <a:buClr>
                <a:srgbClr val="006DA7"/>
              </a:buClr>
              <a:buSzPct val="100000"/>
              <a:buFont typeface="Arial"/>
              <a:buChar char="•"/>
            </a:pPr>
            <a:r>
              <a:rPr sz="2400" b="0" dirty="0">
                <a:solidFill>
                  <a:srgbClr val="4C5D69"/>
                </a:solidFill>
                <a:latin typeface="Delight Regular"/>
              </a:rPr>
              <a:t>Integrate key Origin services into app</a:t>
            </a:r>
          </a:p>
          <a:p>
            <a:pPr marL="347472" indent="-347472">
              <a:spcBef>
                <a:spcPts val="800"/>
              </a:spcBef>
              <a:buClr>
                <a:srgbClr val="006DA7"/>
              </a:buClr>
              <a:buSzPct val="100000"/>
              <a:buFont typeface="Arial"/>
              <a:buChar char="•"/>
            </a:pPr>
            <a:r>
              <a:rPr sz="2400" b="0" dirty="0">
                <a:solidFill>
                  <a:srgbClr val="4C5D69"/>
                </a:solidFill>
                <a:latin typeface="Delight Regular"/>
              </a:rPr>
              <a:t>Use existing room on database to store ‘snapshots’ of a cycle’s pertinent statistics</a:t>
            </a:r>
          </a:p>
          <a:p>
            <a:pPr marL="347472" indent="-347472">
              <a:spcBef>
                <a:spcPts val="800"/>
              </a:spcBef>
              <a:buClr>
                <a:srgbClr val="006DA7"/>
              </a:buClr>
              <a:buSzPct val="100000"/>
              <a:buFont typeface="Arial"/>
              <a:buChar char="•"/>
            </a:pPr>
            <a:r>
              <a:rPr sz="2400" b="0" dirty="0">
                <a:solidFill>
                  <a:srgbClr val="4C5D69"/>
                </a:solidFill>
                <a:latin typeface="Delight Regular"/>
              </a:rPr>
              <a:t>Automated refresh of basic conversion checks</a:t>
            </a:r>
            <a:endParaRPr lang="en-US" sz="2400" b="0" dirty="0">
              <a:solidFill>
                <a:srgbClr val="4C5D69"/>
              </a:solidFill>
              <a:latin typeface="Delight Regular"/>
            </a:endParaRPr>
          </a:p>
          <a:p>
            <a:pPr marL="347472" indent="-347472">
              <a:spcBef>
                <a:spcPts val="800"/>
              </a:spcBef>
              <a:buClr>
                <a:srgbClr val="006DA7"/>
              </a:buClr>
              <a:buSzPct val="100000"/>
              <a:buFont typeface="Arial"/>
              <a:buChar char="•"/>
            </a:pPr>
            <a:r>
              <a:rPr lang="en-US" sz="2400" dirty="0">
                <a:solidFill>
                  <a:srgbClr val="4C5D69"/>
                </a:solidFill>
                <a:latin typeface="Delight Regular"/>
              </a:rPr>
              <a:t>Additional statistics pulled faster</a:t>
            </a:r>
            <a:endParaRPr sz="2400" b="0" dirty="0">
              <a:solidFill>
                <a:srgbClr val="4C5D69"/>
              </a:solidFill>
              <a:latin typeface="Delight Regular"/>
            </a:endParaRPr>
          </a:p>
        </p:txBody>
      </p:sp>
      <p:sp>
        <p:nvSpPr>
          <p:cNvPr id="18" name="Chevron 17"/>
          <p:cNvSpPr/>
          <p:nvPr/>
        </p:nvSpPr>
        <p:spPr>
          <a:xfrm>
            <a:off x="9777679" y="6245352"/>
            <a:ext cx="548640" cy="768096"/>
          </a:xfrm>
          <a:prstGeom prst="chevron">
            <a:avLst>
              <a:gd name="adj" fmla="val 55000"/>
            </a:avLst>
          </a:prstGeom>
          <a:solidFill>
            <a:srgbClr val="FFA41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a:p>
        </p:txBody>
      </p:sp>
      <p:sp>
        <p:nvSpPr>
          <p:cNvPr id="20" name="Rounded Rectangle 19"/>
          <p:cNvSpPr/>
          <p:nvPr/>
        </p:nvSpPr>
        <p:spPr>
          <a:xfrm>
            <a:off x="5682377" y="9504498"/>
            <a:ext cx="2413254" cy="658368"/>
          </a:xfrm>
          <a:prstGeom prst="roundRect">
            <a:avLst>
              <a:gd name="adj" fmla="val 50000"/>
            </a:avLst>
          </a:prstGeom>
          <a:solidFill>
            <a:srgbClr val="FFA418"/>
          </a:solidFill>
          <a:ln>
            <a:noFill/>
          </a:ln>
          <a:effectLst/>
        </p:spPr>
        <p:style>
          <a:lnRef idx="1">
            <a:schemeClr val="accent1"/>
          </a:lnRef>
          <a:fillRef idx="3">
            <a:schemeClr val="accent1"/>
          </a:fillRef>
          <a:effectRef idx="2">
            <a:schemeClr val="accent1"/>
          </a:effectRef>
          <a:fontRef idx="minor">
            <a:schemeClr val="lt1"/>
          </a:fontRef>
        </p:style>
        <p:txBody>
          <a:bodyPr wrap="square" tIns="0" bIns="0" rtlCol="0" anchor="ctr">
            <a:noAutofit/>
          </a:bodyPr>
          <a:lstStyle/>
          <a:p>
            <a:pPr algn="ctr"/>
            <a:r>
              <a:rPr sz="2400" b="1">
                <a:solidFill>
                  <a:srgbClr val="0B3D7A"/>
                </a:solidFill>
                <a:latin typeface="Delight Semi Bold"/>
              </a:rPr>
              <a:t>Accessible</a:t>
            </a:r>
          </a:p>
        </p:txBody>
      </p:sp>
      <p:sp>
        <p:nvSpPr>
          <p:cNvPr id="21" name="Rounded Rectangle 20"/>
          <p:cNvSpPr/>
          <p:nvPr/>
        </p:nvSpPr>
        <p:spPr>
          <a:xfrm>
            <a:off x="8845372" y="9504498"/>
            <a:ext cx="2413254" cy="658368"/>
          </a:xfrm>
          <a:prstGeom prst="roundRect">
            <a:avLst>
              <a:gd name="adj" fmla="val 50000"/>
            </a:avLst>
          </a:prstGeom>
          <a:solidFill>
            <a:srgbClr val="FFA418"/>
          </a:solidFill>
          <a:ln>
            <a:noFill/>
          </a:ln>
          <a:effectLst/>
        </p:spPr>
        <p:style>
          <a:lnRef idx="1">
            <a:schemeClr val="accent1"/>
          </a:lnRef>
          <a:fillRef idx="3">
            <a:schemeClr val="accent1"/>
          </a:fillRef>
          <a:effectRef idx="2">
            <a:schemeClr val="accent1"/>
          </a:effectRef>
          <a:fontRef idx="minor">
            <a:schemeClr val="lt1"/>
          </a:fontRef>
        </p:style>
        <p:txBody>
          <a:bodyPr wrap="square" tIns="0" bIns="0" rtlCol="0" anchor="ctr">
            <a:noAutofit/>
          </a:bodyPr>
          <a:lstStyle/>
          <a:p>
            <a:pPr algn="ctr"/>
            <a:r>
              <a:rPr sz="2400" b="1">
                <a:solidFill>
                  <a:srgbClr val="0B3D7A"/>
                </a:solidFill>
                <a:latin typeface="Delight Semi Bold"/>
              </a:rPr>
              <a:t>Automated</a:t>
            </a:r>
          </a:p>
        </p:txBody>
      </p:sp>
      <p:sp>
        <p:nvSpPr>
          <p:cNvPr id="22" name="Rounded Rectangle 21"/>
          <p:cNvSpPr/>
          <p:nvPr/>
        </p:nvSpPr>
        <p:spPr>
          <a:xfrm>
            <a:off x="12008367" y="9504498"/>
            <a:ext cx="2413254" cy="658368"/>
          </a:xfrm>
          <a:prstGeom prst="roundRect">
            <a:avLst>
              <a:gd name="adj" fmla="val 50000"/>
            </a:avLst>
          </a:prstGeom>
          <a:solidFill>
            <a:srgbClr val="FFA418"/>
          </a:solidFill>
          <a:ln>
            <a:noFill/>
          </a:ln>
          <a:effectLst/>
        </p:spPr>
        <p:style>
          <a:lnRef idx="1">
            <a:schemeClr val="accent1"/>
          </a:lnRef>
          <a:fillRef idx="3">
            <a:schemeClr val="accent1"/>
          </a:fillRef>
          <a:effectRef idx="2">
            <a:schemeClr val="accent1"/>
          </a:effectRef>
          <a:fontRef idx="minor">
            <a:schemeClr val="lt1"/>
          </a:fontRef>
        </p:style>
        <p:txBody>
          <a:bodyPr wrap="square" tIns="0" bIns="0" rtlCol="0" anchor="ctr">
            <a:noAutofit/>
          </a:bodyPr>
          <a:lstStyle/>
          <a:p>
            <a:pPr algn="ctr"/>
            <a:r>
              <a:rPr sz="2400" b="1">
                <a:solidFill>
                  <a:srgbClr val="0B3D7A"/>
                </a:solidFill>
                <a:latin typeface="Delight Semi Bold"/>
              </a:rPr>
              <a:t>Audited</a:t>
            </a:r>
          </a:p>
        </p:txBody>
      </p:sp>
    </p:spTree>
    <p:extLst>
      <p:ext uri="{BB962C8B-B14F-4D97-AF65-F5344CB8AC3E}">
        <p14:creationId xmlns:p14="http://schemas.microsoft.com/office/powerpoint/2010/main" val="40806430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Footer Placeholder 3"/>
          <p:cNvSpPr txBox="1">
            <a:spLocks/>
          </p:cNvSpPr>
          <p:nvPr/>
        </p:nvSpPr>
        <p:spPr>
          <a:xfrm>
            <a:off x="5044281" y="10707688"/>
            <a:ext cx="10015538" cy="601662"/>
          </a:xfrm>
          <a:prstGeom prst="rect">
            <a:avLst/>
          </a:prstGeom>
        </p:spPr>
        <p:txBody>
          <a:bodyPr/>
          <a:lstStyle>
            <a:defPPr>
              <a:defRPr kern="0"/>
            </a:defPPr>
            <a:lvl1pPr>
              <a:defRPr sz="1600"/>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dirty="0">
                <a:ln>
                  <a:noFill/>
                </a:ln>
                <a:solidFill>
                  <a:srgbClr val="FFFFFF"/>
                </a:solidFill>
                <a:effectLst/>
                <a:uLnTx/>
                <a:uFillTx/>
                <a:latin typeface="Delight Semi Bold"/>
              </a:rPr>
              <a:t>@2026, Origin Utility, Inc / Proprietary &amp; Confidential / Internal Use Only</a:t>
            </a:r>
            <a:endParaRPr kumimoji="0" lang="en-US" sz="1050" b="1" i="0" u="none" strike="noStrike" kern="0" cap="none" spc="0" normalizeH="0" baseline="0" noProof="0" dirty="0">
              <a:ln>
                <a:noFill/>
              </a:ln>
              <a:solidFill>
                <a:srgbClr val="FFFFFF"/>
              </a:solidFill>
              <a:effectLst/>
              <a:uLnTx/>
              <a:uFillTx/>
            </a:endParaRPr>
          </a:p>
        </p:txBody>
      </p:sp>
      <p:sp>
        <p:nvSpPr>
          <p:cNvPr id="901" name="TextBox 900"/>
          <p:cNvSpPr txBox="1"/>
          <p:nvPr/>
        </p:nvSpPr>
        <p:spPr>
          <a:xfrm>
            <a:off x="740664" y="384048"/>
            <a:ext cx="13716000" cy="960120"/>
          </a:xfrm>
          <a:prstGeom prst="rect">
            <a:avLst/>
          </a:prstGeom>
          <a:noFill/>
        </p:spPr>
        <p:txBody>
          <a:bodyPr wrap="square" lIns="0" tIns="0" rIns="0" bIns="0" anchor="t">
            <a:noAutofit/>
          </a:bodyPr>
          <a:lstStyle/>
          <a:p>
            <a:pPr algn="l"/>
            <a:r>
              <a:rPr sz="6000" b="0">
                <a:solidFill>
                  <a:srgbClr val="F5EFE9"/>
                </a:solidFill>
                <a:latin typeface="Delight Medium"/>
              </a:rPr>
              <a:t>Future Process</a:t>
            </a:r>
          </a:p>
        </p:txBody>
      </p:sp>
      <p:sp>
        <p:nvSpPr>
          <p:cNvPr id="902" name="Rounded Rectangle 901"/>
          <p:cNvSpPr/>
          <p:nvPr/>
        </p:nvSpPr>
        <p:spPr>
          <a:xfrm>
            <a:off x="740664" y="2011680"/>
            <a:ext cx="3931920" cy="1417320"/>
          </a:xfrm>
          <a:prstGeom prst="roundRect">
            <a:avLst>
              <a:gd name="adj" fmla="val 10000"/>
            </a:avLst>
          </a:prstGeom>
          <a:solidFill>
            <a:srgbClr val="F5EFE9"/>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194310" rIns="164592" rtlCol="0" anchor="t">
            <a:noAutofit/>
          </a:bodyPr>
          <a:lstStyle/>
          <a:p>
            <a:pPr algn="l"/>
            <a:r>
              <a:rPr sz="2500" b="1" dirty="0">
                <a:solidFill>
                  <a:srgbClr val="0B3D7A"/>
                </a:solidFill>
                <a:latin typeface="Delight Semi Bold"/>
              </a:rPr>
              <a:t>Client</a:t>
            </a:r>
          </a:p>
          <a:p>
            <a:pPr algn="l">
              <a:spcBef>
                <a:spcPts val="300"/>
              </a:spcBef>
            </a:pPr>
            <a:r>
              <a:rPr lang="en-US" sz="2000" dirty="0">
                <a:solidFill>
                  <a:srgbClr val="4C5D69"/>
                </a:solidFill>
                <a:latin typeface="Delight Regular"/>
              </a:rPr>
              <a:t>Load</a:t>
            </a:r>
            <a:r>
              <a:rPr sz="2000" b="0" dirty="0">
                <a:solidFill>
                  <a:srgbClr val="4C5D69"/>
                </a:solidFill>
                <a:latin typeface="Delight Regular"/>
              </a:rPr>
              <a:t>s legacy extracts</a:t>
            </a:r>
          </a:p>
        </p:txBody>
      </p:sp>
      <p:sp>
        <p:nvSpPr>
          <p:cNvPr id="903" name="Rounded Rectangle 902"/>
          <p:cNvSpPr/>
          <p:nvPr/>
        </p:nvSpPr>
        <p:spPr>
          <a:xfrm>
            <a:off x="15431414" y="2011680"/>
            <a:ext cx="3931920" cy="1417320"/>
          </a:xfrm>
          <a:prstGeom prst="roundRect">
            <a:avLst>
              <a:gd name="adj" fmla="val 10000"/>
            </a:avLst>
          </a:prstGeom>
          <a:solidFill>
            <a:srgbClr val="F5EFE9"/>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194310" rIns="164592" rtlCol="0" anchor="t">
            <a:noAutofit/>
          </a:bodyPr>
          <a:lstStyle/>
          <a:p>
            <a:pPr algn="l"/>
            <a:r>
              <a:rPr sz="2500" b="1">
                <a:solidFill>
                  <a:srgbClr val="0B3D7A"/>
                </a:solidFill>
                <a:latin typeface="Delight Semi Bold"/>
              </a:rPr>
              <a:t>DataVergence Code</a:t>
            </a:r>
          </a:p>
          <a:p>
            <a:pPr algn="l">
              <a:spcBef>
                <a:spcPts val="300"/>
              </a:spcBef>
            </a:pPr>
            <a:r>
              <a:rPr sz="2000" b="0">
                <a:solidFill>
                  <a:srgbClr val="4C5D69"/>
                </a:solidFill>
                <a:latin typeface="Delight Regular"/>
              </a:rPr>
              <a:t>Validates, then loads</a:t>
            </a:r>
            <a:br>
              <a:rPr sz="2000" b="0">
                <a:solidFill>
                  <a:srgbClr val="4C5D69"/>
                </a:solidFill>
                <a:latin typeface="Delight Regular"/>
              </a:rPr>
            </a:br>
            <a:r>
              <a:rPr sz="2000" b="0">
                <a:solidFill>
                  <a:srgbClr val="4C5D69"/>
                </a:solidFill>
                <a:latin typeface="Delight Regular"/>
              </a:rPr>
              <a:t>to OriginCIS</a:t>
            </a:r>
          </a:p>
        </p:txBody>
      </p:sp>
      <p:sp>
        <p:nvSpPr>
          <p:cNvPr id="904" name="Rounded Rectangle 903"/>
          <p:cNvSpPr/>
          <p:nvPr/>
        </p:nvSpPr>
        <p:spPr>
          <a:xfrm>
            <a:off x="15431414" y="6972300"/>
            <a:ext cx="3931920" cy="2103120"/>
          </a:xfrm>
          <a:prstGeom prst="roundRect">
            <a:avLst>
              <a:gd name="adj" fmla="val 10000"/>
            </a:avLst>
          </a:prstGeom>
          <a:solidFill>
            <a:srgbClr val="F5EFE9"/>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73152" rIns="164592" bIns="73152" rtlCol="0" anchor="ctr">
            <a:noAutofit/>
          </a:bodyPr>
          <a:lstStyle/>
          <a:p>
            <a:pPr algn="l"/>
            <a:r>
              <a:rPr sz="2500" b="1" dirty="0">
                <a:solidFill>
                  <a:srgbClr val="0B3D7A"/>
                </a:solidFill>
                <a:latin typeface="Delight Semi Bold"/>
              </a:rPr>
              <a:t>Automatic snapshot</a:t>
            </a:r>
          </a:p>
          <a:p>
            <a:pPr algn="l">
              <a:spcBef>
                <a:spcPts val="300"/>
              </a:spcBef>
            </a:pPr>
            <a:r>
              <a:rPr sz="2000" b="0" dirty="0">
                <a:solidFill>
                  <a:srgbClr val="4C5D69"/>
                </a:solidFill>
                <a:latin typeface="Delight Regular"/>
              </a:rPr>
              <a:t>End of every load, saved</a:t>
            </a:r>
            <a:br>
              <a:rPr sz="2000" b="0" dirty="0">
                <a:solidFill>
                  <a:srgbClr val="4C5D69"/>
                </a:solidFill>
                <a:latin typeface="Delight Regular"/>
              </a:rPr>
            </a:br>
            <a:r>
              <a:rPr sz="2000" b="0" dirty="0">
                <a:solidFill>
                  <a:srgbClr val="4C5D69"/>
                </a:solidFill>
                <a:latin typeface="Delight Regular"/>
              </a:rPr>
              <a:t>in the client's database</a:t>
            </a:r>
          </a:p>
        </p:txBody>
      </p:sp>
      <p:sp>
        <p:nvSpPr>
          <p:cNvPr id="905" name="Rounded Rectangle 904"/>
          <p:cNvSpPr/>
          <p:nvPr/>
        </p:nvSpPr>
        <p:spPr>
          <a:xfrm>
            <a:off x="5637580" y="1463040"/>
            <a:ext cx="8828836" cy="8595360"/>
          </a:xfrm>
          <a:prstGeom prst="roundRect">
            <a:avLst>
              <a:gd name="adj" fmla="val 3000"/>
            </a:avLst>
          </a:prstGeom>
          <a:solidFill>
            <a:srgbClr val="F5EFE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a:p>
        </p:txBody>
      </p:sp>
      <p:sp>
        <p:nvSpPr>
          <p:cNvPr id="906" name="TextBox 905"/>
          <p:cNvSpPr txBox="1"/>
          <p:nvPr/>
        </p:nvSpPr>
        <p:spPr>
          <a:xfrm>
            <a:off x="5911900" y="1490472"/>
            <a:ext cx="5486400" cy="502920"/>
          </a:xfrm>
          <a:prstGeom prst="rect">
            <a:avLst/>
          </a:prstGeom>
          <a:noFill/>
        </p:spPr>
        <p:txBody>
          <a:bodyPr wrap="square" lIns="0" tIns="0" rIns="0" bIns="0" anchor="ctr">
            <a:noAutofit/>
          </a:bodyPr>
          <a:lstStyle/>
          <a:p>
            <a:pPr algn="l"/>
            <a:r>
              <a:rPr sz="2800" b="1">
                <a:solidFill>
                  <a:srgbClr val="0B3D7A"/>
                </a:solidFill>
                <a:latin typeface="Delight Semi Bold"/>
              </a:rPr>
              <a:t>DataVergence App</a:t>
            </a:r>
          </a:p>
        </p:txBody>
      </p:sp>
      <p:sp>
        <p:nvSpPr>
          <p:cNvPr id="907" name="TextBox 906"/>
          <p:cNvSpPr txBox="1"/>
          <p:nvPr/>
        </p:nvSpPr>
        <p:spPr>
          <a:xfrm>
            <a:off x="9482937" y="1490472"/>
            <a:ext cx="4754880" cy="502920"/>
          </a:xfrm>
          <a:prstGeom prst="rect">
            <a:avLst/>
          </a:prstGeom>
          <a:noFill/>
        </p:spPr>
        <p:txBody>
          <a:bodyPr wrap="square" lIns="0" tIns="0" rIns="0" bIns="0" anchor="ctr">
            <a:noAutofit/>
          </a:bodyPr>
          <a:lstStyle/>
          <a:p>
            <a:pPr algn="r"/>
            <a:r>
              <a:rPr sz="1800" b="0">
                <a:solidFill>
                  <a:srgbClr val="4C5D69"/>
                </a:solidFill>
                <a:latin typeface="Delight Regular"/>
              </a:rPr>
              <a:t>One place for Origin and the client</a:t>
            </a:r>
          </a:p>
        </p:txBody>
      </p:sp>
      <p:sp>
        <p:nvSpPr>
          <p:cNvPr id="908" name="Rounded Rectangle 907"/>
          <p:cNvSpPr/>
          <p:nvPr/>
        </p:nvSpPr>
        <p:spPr>
          <a:xfrm>
            <a:off x="5866180" y="2084832"/>
            <a:ext cx="3865778" cy="1271016"/>
          </a:xfrm>
          <a:prstGeom prst="roundRect">
            <a:avLst>
              <a:gd name="adj" fmla="val 10000"/>
            </a:avLst>
          </a:prstGeom>
          <a:solidFill>
            <a:srgbClr val="FFFFFF"/>
          </a:solidFill>
          <a:ln w="12700">
            <a:solidFill>
              <a:srgbClr val="DBD3CC"/>
            </a:solidFill>
          </a:ln>
          <a:effectLst/>
        </p:spPr>
        <p:style>
          <a:lnRef idx="1">
            <a:schemeClr val="accent1"/>
          </a:lnRef>
          <a:fillRef idx="3">
            <a:schemeClr val="accent1"/>
          </a:fillRef>
          <a:effectRef idx="2">
            <a:schemeClr val="accent1"/>
          </a:effectRef>
          <a:fontRef idx="minor">
            <a:schemeClr val="lt1"/>
          </a:fontRef>
        </p:style>
        <p:txBody>
          <a:bodyPr wrap="square" lIns="164592" tIns="121158" rIns="164592" rtlCol="0" anchor="t">
            <a:noAutofit/>
          </a:bodyPr>
          <a:lstStyle/>
          <a:p>
            <a:pPr algn="l"/>
            <a:r>
              <a:rPr sz="2500" b="1" dirty="0" err="1">
                <a:solidFill>
                  <a:srgbClr val="0B3D7A"/>
                </a:solidFill>
                <a:latin typeface="Delight Semi Bold"/>
              </a:rPr>
              <a:t>OriginDX</a:t>
            </a:r>
            <a:endParaRPr sz="2500" b="1" dirty="0">
              <a:solidFill>
                <a:srgbClr val="0B3D7A"/>
              </a:solidFill>
              <a:latin typeface="Delight Semi Bold"/>
            </a:endParaRPr>
          </a:p>
          <a:p>
            <a:pPr algn="l">
              <a:spcBef>
                <a:spcPts val="300"/>
              </a:spcBef>
            </a:pPr>
            <a:r>
              <a:rPr lang="en-US" sz="2000" b="0" dirty="0">
                <a:solidFill>
                  <a:srgbClr val="4C5D69"/>
                </a:solidFill>
                <a:latin typeface="Delight Regular"/>
              </a:rPr>
              <a:t>Intake</a:t>
            </a:r>
            <a:r>
              <a:rPr sz="2000" b="0" dirty="0">
                <a:solidFill>
                  <a:srgbClr val="4C5D69"/>
                </a:solidFill>
                <a:latin typeface="Delight Regular"/>
              </a:rPr>
              <a:t> and pre-load checks</a:t>
            </a:r>
          </a:p>
        </p:txBody>
      </p:sp>
      <p:sp>
        <p:nvSpPr>
          <p:cNvPr id="909" name="Rounded Rectangle 908"/>
          <p:cNvSpPr/>
          <p:nvPr/>
        </p:nvSpPr>
        <p:spPr>
          <a:xfrm>
            <a:off x="10372039" y="2084832"/>
            <a:ext cx="3865778" cy="1271016"/>
          </a:xfrm>
          <a:prstGeom prst="roundRect">
            <a:avLst>
              <a:gd name="adj" fmla="val 10000"/>
            </a:avLst>
          </a:prstGeom>
          <a:solidFill>
            <a:srgbClr val="FFFFFF"/>
          </a:solidFill>
          <a:ln w="12700">
            <a:solidFill>
              <a:srgbClr val="DBD3CC"/>
            </a:solidFill>
          </a:ln>
          <a:effectLst/>
        </p:spPr>
        <p:style>
          <a:lnRef idx="1">
            <a:schemeClr val="accent1"/>
          </a:lnRef>
          <a:fillRef idx="3">
            <a:schemeClr val="accent1"/>
          </a:fillRef>
          <a:effectRef idx="2">
            <a:schemeClr val="accent1"/>
          </a:effectRef>
          <a:fontRef idx="minor">
            <a:schemeClr val="lt1"/>
          </a:fontRef>
        </p:style>
        <p:txBody>
          <a:bodyPr wrap="square" lIns="164592" tIns="121158" rIns="164592" rtlCol="0" anchor="t">
            <a:noAutofit/>
          </a:bodyPr>
          <a:lstStyle/>
          <a:p>
            <a:pPr algn="l"/>
            <a:r>
              <a:rPr sz="2500" b="1">
                <a:solidFill>
                  <a:srgbClr val="0B3D7A"/>
                </a:solidFill>
                <a:latin typeface="Delight Semi Bold"/>
              </a:rPr>
              <a:t>OriginJS</a:t>
            </a:r>
          </a:p>
          <a:p>
            <a:pPr algn="l">
              <a:spcBef>
                <a:spcPts val="300"/>
              </a:spcBef>
            </a:pPr>
            <a:r>
              <a:rPr sz="2000" b="0">
                <a:solidFill>
                  <a:srgbClr val="4C5D69"/>
                </a:solidFill>
                <a:latin typeface="Delight Regular"/>
              </a:rPr>
              <a:t>Runs the load jobs</a:t>
            </a:r>
          </a:p>
        </p:txBody>
      </p:sp>
      <p:cxnSp>
        <p:nvCxnSpPr>
          <p:cNvPr id="910" name="Connector 909"/>
          <p:cNvCxnSpPr/>
          <p:nvPr/>
        </p:nvCxnSpPr>
        <p:spPr>
          <a:xfrm>
            <a:off x="9823399" y="2720340"/>
            <a:ext cx="457200" cy="0"/>
          </a:xfrm>
          <a:prstGeom prst="line">
            <a:avLst/>
          </a:prstGeom>
          <a:ln w="31750">
            <a:solidFill>
              <a:srgbClr val="0B3D7A"/>
            </a:solidFill>
            <a:tailEnd type="triangle" w="med" len="med"/>
          </a:ln>
          <a:effectLst/>
        </p:spPr>
        <p:style>
          <a:lnRef idx="2">
            <a:schemeClr val="accent1"/>
          </a:lnRef>
          <a:fillRef idx="0">
            <a:schemeClr val="accent1"/>
          </a:fillRef>
          <a:effectRef idx="1">
            <a:schemeClr val="accent1"/>
          </a:effectRef>
          <a:fontRef idx="minor">
            <a:schemeClr val="tx1"/>
          </a:fontRef>
        </p:style>
      </p:cxnSp>
      <p:pic>
        <p:nvPicPr>
          <p:cNvPr id="911" name="Picture 910" descr="image.png"/>
          <p:cNvPicPr>
            <a:picLocks noChangeAspect="1"/>
          </p:cNvPicPr>
          <p:nvPr/>
        </p:nvPicPr>
        <p:blipFill>
          <a:blip r:embed="rId3"/>
          <a:stretch>
            <a:fillRect/>
          </a:stretch>
        </p:blipFill>
        <p:spPr>
          <a:xfrm>
            <a:off x="5960712" y="3703320"/>
            <a:ext cx="8182573" cy="3977640"/>
          </a:xfrm>
          <a:prstGeom prst="rect">
            <a:avLst/>
          </a:prstGeom>
          <a:ln w="12700">
            <a:solidFill>
              <a:srgbClr val="DBD3CC"/>
            </a:solidFill>
          </a:ln>
        </p:spPr>
      </p:pic>
      <p:sp>
        <p:nvSpPr>
          <p:cNvPr id="912" name="Rounded Rectangle 911"/>
          <p:cNvSpPr/>
          <p:nvPr/>
        </p:nvSpPr>
        <p:spPr>
          <a:xfrm>
            <a:off x="5866180" y="7909560"/>
            <a:ext cx="4048658" cy="548640"/>
          </a:xfrm>
          <a:prstGeom prst="roundRect">
            <a:avLst>
              <a:gd name="adj" fmla="val 50000"/>
            </a:avLst>
          </a:prstGeom>
          <a:solidFill>
            <a:srgbClr val="FFFFFF"/>
          </a:solidFill>
          <a:ln w="12700">
            <a:solidFill>
              <a:srgbClr val="DBD3CC"/>
            </a:solidFill>
          </a:ln>
          <a:effectLst/>
        </p:spPr>
        <p:style>
          <a:lnRef idx="1">
            <a:schemeClr val="accent1"/>
          </a:lnRef>
          <a:fillRef idx="3">
            <a:schemeClr val="accent1"/>
          </a:fillRef>
          <a:effectRef idx="2">
            <a:schemeClr val="accent1"/>
          </a:effectRef>
          <a:fontRef idx="minor">
            <a:schemeClr val="lt1"/>
          </a:fontRef>
        </p:style>
        <p:txBody>
          <a:bodyPr wrap="square" lIns="109728" tIns="0" rIns="109728" bIns="0" rtlCol="0" anchor="ctr">
            <a:noAutofit/>
          </a:bodyPr>
          <a:lstStyle/>
          <a:p>
            <a:pPr algn="ctr"/>
            <a:r>
              <a:rPr sz="1800" b="1">
                <a:solidFill>
                  <a:srgbClr val="0B3D7A"/>
                </a:solidFill>
                <a:latin typeface="Delight Semi Bold"/>
              </a:rPr>
              <a:t>Conversion Health</a:t>
            </a:r>
          </a:p>
        </p:txBody>
      </p:sp>
      <p:sp>
        <p:nvSpPr>
          <p:cNvPr id="913" name="Rounded Rectangle 912"/>
          <p:cNvSpPr/>
          <p:nvPr/>
        </p:nvSpPr>
        <p:spPr>
          <a:xfrm>
            <a:off x="10189159" y="7909560"/>
            <a:ext cx="4048658" cy="548640"/>
          </a:xfrm>
          <a:prstGeom prst="roundRect">
            <a:avLst>
              <a:gd name="adj" fmla="val 50000"/>
            </a:avLst>
          </a:prstGeom>
          <a:solidFill>
            <a:srgbClr val="FFFFFF"/>
          </a:solidFill>
          <a:ln w="12700">
            <a:solidFill>
              <a:srgbClr val="DBD3CC"/>
            </a:solidFill>
          </a:ln>
          <a:effectLst/>
        </p:spPr>
        <p:style>
          <a:lnRef idx="1">
            <a:schemeClr val="accent1"/>
          </a:lnRef>
          <a:fillRef idx="3">
            <a:schemeClr val="accent1"/>
          </a:fillRef>
          <a:effectRef idx="2">
            <a:schemeClr val="accent1"/>
          </a:effectRef>
          <a:fontRef idx="minor">
            <a:schemeClr val="lt1"/>
          </a:fontRef>
        </p:style>
        <p:txBody>
          <a:bodyPr wrap="square" lIns="109728" tIns="0" rIns="109728" bIns="0" rtlCol="0" anchor="ctr">
            <a:noAutofit/>
          </a:bodyPr>
          <a:lstStyle/>
          <a:p>
            <a:pPr algn="ctr"/>
            <a:r>
              <a:rPr sz="1800" b="1">
                <a:solidFill>
                  <a:srgbClr val="0B3D7A"/>
                </a:solidFill>
                <a:latin typeface="Delight Semi Bold"/>
              </a:rPr>
              <a:t>Errors and Trends</a:t>
            </a:r>
          </a:p>
        </p:txBody>
      </p:sp>
      <p:sp>
        <p:nvSpPr>
          <p:cNvPr id="914" name="Rounded Rectangle 913"/>
          <p:cNvSpPr/>
          <p:nvPr/>
        </p:nvSpPr>
        <p:spPr>
          <a:xfrm>
            <a:off x="5866180" y="8595360"/>
            <a:ext cx="4048658" cy="548640"/>
          </a:xfrm>
          <a:prstGeom prst="roundRect">
            <a:avLst>
              <a:gd name="adj" fmla="val 50000"/>
            </a:avLst>
          </a:prstGeom>
          <a:solidFill>
            <a:srgbClr val="FFFFFF"/>
          </a:solidFill>
          <a:ln w="12700">
            <a:solidFill>
              <a:srgbClr val="DBD3CC"/>
            </a:solidFill>
          </a:ln>
          <a:effectLst/>
        </p:spPr>
        <p:style>
          <a:lnRef idx="1">
            <a:schemeClr val="accent1"/>
          </a:lnRef>
          <a:fillRef idx="3">
            <a:schemeClr val="accent1"/>
          </a:fillRef>
          <a:effectRef idx="2">
            <a:schemeClr val="accent1"/>
          </a:effectRef>
          <a:fontRef idx="minor">
            <a:schemeClr val="lt1"/>
          </a:fontRef>
        </p:style>
        <p:txBody>
          <a:bodyPr wrap="square" lIns="109728" tIns="0" rIns="109728" bIns="0" rtlCol="0" anchor="ctr">
            <a:noAutofit/>
          </a:bodyPr>
          <a:lstStyle/>
          <a:p>
            <a:pPr algn="ctr"/>
            <a:r>
              <a:rPr sz="1800" b="1">
                <a:solidFill>
                  <a:srgbClr val="0B3D7A"/>
                </a:solidFill>
                <a:latin typeface="Delight Semi Bold"/>
              </a:rPr>
              <a:t>Financial Recon</a:t>
            </a:r>
          </a:p>
        </p:txBody>
      </p:sp>
      <p:sp>
        <p:nvSpPr>
          <p:cNvPr id="915" name="Rounded Rectangle 914"/>
          <p:cNvSpPr/>
          <p:nvPr/>
        </p:nvSpPr>
        <p:spPr>
          <a:xfrm>
            <a:off x="10189159" y="8595360"/>
            <a:ext cx="4048658" cy="548640"/>
          </a:xfrm>
          <a:prstGeom prst="roundRect">
            <a:avLst>
              <a:gd name="adj" fmla="val 50000"/>
            </a:avLst>
          </a:prstGeom>
          <a:solidFill>
            <a:srgbClr val="FFFFFF"/>
          </a:solidFill>
          <a:ln w="12700">
            <a:solidFill>
              <a:srgbClr val="DBD3CC"/>
            </a:solidFill>
          </a:ln>
          <a:effectLst/>
        </p:spPr>
        <p:style>
          <a:lnRef idx="1">
            <a:schemeClr val="accent1"/>
          </a:lnRef>
          <a:fillRef idx="3">
            <a:schemeClr val="accent1"/>
          </a:fillRef>
          <a:effectRef idx="2">
            <a:schemeClr val="accent1"/>
          </a:effectRef>
          <a:fontRef idx="minor">
            <a:schemeClr val="lt1"/>
          </a:fontRef>
        </p:style>
        <p:txBody>
          <a:bodyPr wrap="square" lIns="109728" tIns="0" rIns="109728" bIns="0" rtlCol="0" anchor="ctr">
            <a:noAutofit/>
          </a:bodyPr>
          <a:lstStyle/>
          <a:p>
            <a:pPr algn="ctr"/>
            <a:r>
              <a:rPr sz="1800" b="1">
                <a:solidFill>
                  <a:srgbClr val="0B3D7A"/>
                </a:solidFill>
                <a:latin typeface="Delight Semi Bold"/>
              </a:rPr>
              <a:t>Project Management Artifacts</a:t>
            </a:r>
          </a:p>
        </p:txBody>
      </p:sp>
      <p:sp>
        <p:nvSpPr>
          <p:cNvPr id="916" name="Rounded Rectangle 915"/>
          <p:cNvSpPr/>
          <p:nvPr/>
        </p:nvSpPr>
        <p:spPr>
          <a:xfrm>
            <a:off x="5866180" y="9281160"/>
            <a:ext cx="4048658" cy="548640"/>
          </a:xfrm>
          <a:prstGeom prst="roundRect">
            <a:avLst>
              <a:gd name="adj" fmla="val 50000"/>
            </a:avLst>
          </a:prstGeom>
          <a:solidFill>
            <a:srgbClr val="FFFFFF"/>
          </a:solidFill>
          <a:ln w="12700">
            <a:solidFill>
              <a:srgbClr val="DBD3CC"/>
            </a:solidFill>
          </a:ln>
          <a:effectLst/>
        </p:spPr>
        <p:style>
          <a:lnRef idx="1">
            <a:schemeClr val="accent1"/>
          </a:lnRef>
          <a:fillRef idx="3">
            <a:schemeClr val="accent1"/>
          </a:fillRef>
          <a:effectRef idx="2">
            <a:schemeClr val="accent1"/>
          </a:effectRef>
          <a:fontRef idx="minor">
            <a:schemeClr val="lt1"/>
          </a:fontRef>
        </p:style>
        <p:txBody>
          <a:bodyPr wrap="square" lIns="109728" tIns="0" rIns="109728" bIns="0" rtlCol="0" anchor="ctr">
            <a:noAutofit/>
          </a:bodyPr>
          <a:lstStyle/>
          <a:p>
            <a:pPr algn="ctr"/>
            <a:r>
              <a:rPr sz="1800" b="1">
                <a:solidFill>
                  <a:srgbClr val="0B3D7A"/>
                </a:solidFill>
                <a:latin typeface="Delight Semi Bold"/>
              </a:rPr>
              <a:t>Schedule</a:t>
            </a:r>
          </a:p>
        </p:txBody>
      </p:sp>
      <p:sp>
        <p:nvSpPr>
          <p:cNvPr id="917" name="Rounded Rectangle 916"/>
          <p:cNvSpPr/>
          <p:nvPr/>
        </p:nvSpPr>
        <p:spPr>
          <a:xfrm>
            <a:off x="10189159" y="9281160"/>
            <a:ext cx="4048658" cy="548640"/>
          </a:xfrm>
          <a:prstGeom prst="roundRect">
            <a:avLst>
              <a:gd name="adj" fmla="val 50000"/>
            </a:avLst>
          </a:prstGeom>
          <a:solidFill>
            <a:srgbClr val="FFFFFF"/>
          </a:solidFill>
          <a:ln w="12700">
            <a:solidFill>
              <a:srgbClr val="DBD3CC"/>
            </a:solidFill>
          </a:ln>
          <a:effectLst/>
        </p:spPr>
        <p:style>
          <a:lnRef idx="1">
            <a:schemeClr val="accent1"/>
          </a:lnRef>
          <a:fillRef idx="3">
            <a:schemeClr val="accent1"/>
          </a:fillRef>
          <a:effectRef idx="2">
            <a:schemeClr val="accent1"/>
          </a:effectRef>
          <a:fontRef idx="minor">
            <a:schemeClr val="lt1"/>
          </a:fontRef>
        </p:style>
        <p:txBody>
          <a:bodyPr wrap="square" lIns="109728" tIns="0" rIns="109728" bIns="0" rtlCol="0" anchor="ctr">
            <a:noAutofit/>
          </a:bodyPr>
          <a:lstStyle/>
          <a:p>
            <a:pPr algn="ctr"/>
            <a:r>
              <a:rPr sz="1800" b="1">
                <a:solidFill>
                  <a:srgbClr val="0B3D7A"/>
                </a:solidFill>
                <a:latin typeface="Delight Semi Bold"/>
              </a:rPr>
              <a:t>DataVergence File Specs</a:t>
            </a:r>
          </a:p>
        </p:txBody>
      </p:sp>
      <p:cxnSp>
        <p:nvCxnSpPr>
          <p:cNvPr id="918" name="Connector 917"/>
          <p:cNvCxnSpPr/>
          <p:nvPr/>
        </p:nvCxnSpPr>
        <p:spPr>
          <a:xfrm>
            <a:off x="4782312" y="2482596"/>
            <a:ext cx="745540" cy="0"/>
          </a:xfrm>
          <a:prstGeom prst="line">
            <a:avLst/>
          </a:prstGeom>
          <a:ln w="34925">
            <a:solidFill>
              <a:srgbClr val="F5EFE9"/>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919" name="Connector 918"/>
          <p:cNvCxnSpPr/>
          <p:nvPr/>
        </p:nvCxnSpPr>
        <p:spPr>
          <a:xfrm flipH="1">
            <a:off x="4782312" y="2958084"/>
            <a:ext cx="745540" cy="0"/>
          </a:xfrm>
          <a:prstGeom prst="line">
            <a:avLst/>
          </a:prstGeom>
          <a:ln w="34925">
            <a:solidFill>
              <a:srgbClr val="F5EFE9"/>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920" name="Connector 919"/>
          <p:cNvCxnSpPr/>
          <p:nvPr/>
        </p:nvCxnSpPr>
        <p:spPr>
          <a:xfrm>
            <a:off x="14576145" y="2720340"/>
            <a:ext cx="745541" cy="0"/>
          </a:xfrm>
          <a:prstGeom prst="line">
            <a:avLst/>
          </a:prstGeom>
          <a:ln w="34925">
            <a:solidFill>
              <a:srgbClr val="F5EFE9"/>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921" name="Connector 920"/>
          <p:cNvCxnSpPr/>
          <p:nvPr/>
        </p:nvCxnSpPr>
        <p:spPr>
          <a:xfrm>
            <a:off x="17397374" y="3538728"/>
            <a:ext cx="0" cy="3323844"/>
          </a:xfrm>
          <a:prstGeom prst="line">
            <a:avLst/>
          </a:prstGeom>
          <a:ln w="34925">
            <a:solidFill>
              <a:srgbClr val="F5EFE9"/>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922" name="Connector 921"/>
          <p:cNvCxnSpPr/>
          <p:nvPr/>
        </p:nvCxnSpPr>
        <p:spPr>
          <a:xfrm flipH="1">
            <a:off x="14576145" y="8023860"/>
            <a:ext cx="745541" cy="0"/>
          </a:xfrm>
          <a:prstGeom prst="line">
            <a:avLst/>
          </a:prstGeom>
          <a:ln w="34925">
            <a:solidFill>
              <a:srgbClr val="F5EFE9"/>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923" name="Oval 922"/>
          <p:cNvSpPr/>
          <p:nvPr/>
        </p:nvSpPr>
        <p:spPr>
          <a:xfrm>
            <a:off x="740664" y="7109460"/>
            <a:ext cx="512064" cy="512064"/>
          </a:xfrm>
          <a:prstGeom prst="ellipse">
            <a:avLst/>
          </a:prstGeom>
          <a:solidFill>
            <a:srgbClr val="FFA41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2000" b="1">
                <a:solidFill>
                  <a:srgbClr val="0B3D7A"/>
                </a:solidFill>
                <a:latin typeface="Delight Semi Bold"/>
              </a:rPr>
              <a:t>1</a:t>
            </a:r>
          </a:p>
        </p:txBody>
      </p:sp>
      <p:sp>
        <p:nvSpPr>
          <p:cNvPr id="924" name="TextBox 923"/>
          <p:cNvSpPr txBox="1"/>
          <p:nvPr/>
        </p:nvSpPr>
        <p:spPr>
          <a:xfrm>
            <a:off x="1453896" y="7063740"/>
            <a:ext cx="3909364" cy="603504"/>
          </a:xfrm>
          <a:prstGeom prst="rect">
            <a:avLst/>
          </a:prstGeom>
          <a:noFill/>
        </p:spPr>
        <p:txBody>
          <a:bodyPr wrap="square" lIns="0" tIns="0" rIns="0" bIns="0" anchor="ctr">
            <a:noAutofit/>
          </a:bodyPr>
          <a:lstStyle/>
          <a:p>
            <a:pPr algn="l"/>
            <a:r>
              <a:rPr lang="en-US" sz="2400" b="0" dirty="0">
                <a:solidFill>
                  <a:srgbClr val="F5EFE9"/>
                </a:solidFill>
                <a:latin typeface="Delight Regular"/>
              </a:rPr>
              <a:t>One app for everything</a:t>
            </a:r>
            <a:endParaRPr sz="2400" b="0" dirty="0">
              <a:solidFill>
                <a:srgbClr val="F5EFE9"/>
              </a:solidFill>
              <a:latin typeface="Delight Regular"/>
            </a:endParaRPr>
          </a:p>
        </p:txBody>
      </p:sp>
      <p:sp>
        <p:nvSpPr>
          <p:cNvPr id="925" name="Oval 924"/>
          <p:cNvSpPr/>
          <p:nvPr/>
        </p:nvSpPr>
        <p:spPr>
          <a:xfrm>
            <a:off x="740664" y="7767828"/>
            <a:ext cx="512064" cy="512064"/>
          </a:xfrm>
          <a:prstGeom prst="ellipse">
            <a:avLst/>
          </a:prstGeom>
          <a:solidFill>
            <a:srgbClr val="FFA41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2000" b="1">
                <a:solidFill>
                  <a:srgbClr val="0B3D7A"/>
                </a:solidFill>
                <a:latin typeface="Delight Semi Bold"/>
              </a:rPr>
              <a:t>2</a:t>
            </a:r>
          </a:p>
        </p:txBody>
      </p:sp>
      <p:sp>
        <p:nvSpPr>
          <p:cNvPr id="926" name="TextBox 925"/>
          <p:cNvSpPr txBox="1"/>
          <p:nvPr/>
        </p:nvSpPr>
        <p:spPr>
          <a:xfrm>
            <a:off x="1453896" y="7722108"/>
            <a:ext cx="3909364" cy="603504"/>
          </a:xfrm>
          <a:prstGeom prst="rect">
            <a:avLst/>
          </a:prstGeom>
          <a:noFill/>
        </p:spPr>
        <p:txBody>
          <a:bodyPr wrap="square" lIns="0" tIns="0" rIns="0" bIns="0" anchor="ctr">
            <a:noAutofit/>
          </a:bodyPr>
          <a:lstStyle/>
          <a:p>
            <a:pPr algn="l"/>
            <a:r>
              <a:rPr lang="en-US" sz="2400" b="0" dirty="0">
                <a:solidFill>
                  <a:srgbClr val="F5EFE9"/>
                </a:solidFill>
                <a:latin typeface="Delight Regular"/>
              </a:rPr>
              <a:t>Automatic report refresh</a:t>
            </a:r>
            <a:endParaRPr sz="2400" b="0" dirty="0">
              <a:solidFill>
                <a:srgbClr val="F5EFE9"/>
              </a:solidFill>
              <a:latin typeface="Delight Regular"/>
            </a:endParaRPr>
          </a:p>
        </p:txBody>
      </p:sp>
      <p:sp>
        <p:nvSpPr>
          <p:cNvPr id="927" name="Oval 926"/>
          <p:cNvSpPr/>
          <p:nvPr/>
        </p:nvSpPr>
        <p:spPr>
          <a:xfrm>
            <a:off x="740664" y="8426196"/>
            <a:ext cx="512064" cy="512064"/>
          </a:xfrm>
          <a:prstGeom prst="ellipse">
            <a:avLst/>
          </a:prstGeom>
          <a:solidFill>
            <a:srgbClr val="FFA41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2000" b="1" dirty="0">
                <a:solidFill>
                  <a:srgbClr val="0B3D7A"/>
                </a:solidFill>
                <a:latin typeface="Delight Semi Bold"/>
              </a:rPr>
              <a:t>3</a:t>
            </a:r>
          </a:p>
        </p:txBody>
      </p:sp>
      <p:sp>
        <p:nvSpPr>
          <p:cNvPr id="928" name="TextBox 927"/>
          <p:cNvSpPr txBox="1"/>
          <p:nvPr/>
        </p:nvSpPr>
        <p:spPr>
          <a:xfrm>
            <a:off x="1453896" y="8384567"/>
            <a:ext cx="3909364" cy="603504"/>
          </a:xfrm>
          <a:prstGeom prst="rect">
            <a:avLst/>
          </a:prstGeom>
          <a:noFill/>
        </p:spPr>
        <p:txBody>
          <a:bodyPr wrap="square" lIns="0" tIns="0" rIns="0" bIns="0" anchor="ctr">
            <a:noAutofit/>
          </a:bodyPr>
          <a:lstStyle/>
          <a:p>
            <a:pPr algn="l"/>
            <a:r>
              <a:rPr lang="en-US" sz="2400" b="0" dirty="0">
                <a:solidFill>
                  <a:srgbClr val="F5EFE9"/>
                </a:solidFill>
                <a:latin typeface="Delight Regular"/>
              </a:rPr>
              <a:t>Clear and accurate </a:t>
            </a:r>
            <a:r>
              <a:rPr lang="en-US" sz="2400" dirty="0">
                <a:solidFill>
                  <a:srgbClr val="F5EFE9"/>
                </a:solidFill>
                <a:latin typeface="Delight Regular"/>
              </a:rPr>
              <a:t>view</a:t>
            </a:r>
            <a:endParaRPr sz="2400" b="0" dirty="0">
              <a:solidFill>
                <a:srgbClr val="F5EFE9"/>
              </a:solidFill>
              <a:latin typeface="Delight Regul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0B881-DBBC-37DE-DA02-90A6B5955814}"/>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F8EC8EF9-5DA7-25AA-CFBE-096E770EF591}"/>
              </a:ext>
            </a:extLst>
          </p:cNvPr>
          <p:cNvSpPr>
            <a:spLocks noGrp="1"/>
          </p:cNvSpPr>
          <p:nvPr>
            <p:ph type="body" idx="1"/>
          </p:nvPr>
        </p:nvSpPr>
        <p:spPr/>
        <p:txBody>
          <a:bodyPr/>
          <a:lstStyle/>
          <a:p>
            <a:r>
              <a:rPr lang="en-US" dirty="0"/>
              <a:t>S2</a:t>
            </a:r>
          </a:p>
        </p:txBody>
      </p:sp>
      <p:sp>
        <p:nvSpPr>
          <p:cNvPr id="4" name="Text Placeholder 3">
            <a:extLst>
              <a:ext uri="{FF2B5EF4-FFF2-40B4-BE49-F238E27FC236}">
                <a16:creationId xmlns:a16="http://schemas.microsoft.com/office/drawing/2014/main" id="{DE0218C9-4CC6-F82D-7AEB-5AC8B784B9EA}"/>
              </a:ext>
            </a:extLst>
          </p:cNvPr>
          <p:cNvSpPr>
            <a:spLocks noGrp="1"/>
          </p:cNvSpPr>
          <p:nvPr>
            <p:ph type="body" idx="13"/>
          </p:nvPr>
        </p:nvSpPr>
        <p:spPr>
          <a:xfrm>
            <a:off x="1441450" y="701676"/>
            <a:ext cx="3505200" cy="533400"/>
          </a:xfrm>
        </p:spPr>
        <p:txBody>
          <a:bodyPr/>
          <a:lstStyle/>
          <a:p>
            <a:r>
              <a:rPr lang="en-US" dirty="0"/>
              <a:t>Roadmap</a:t>
            </a:r>
          </a:p>
        </p:txBody>
      </p:sp>
      <p:sp>
        <p:nvSpPr>
          <p:cNvPr id="6" name="Title 5">
            <a:extLst>
              <a:ext uri="{FF2B5EF4-FFF2-40B4-BE49-F238E27FC236}">
                <a16:creationId xmlns:a16="http://schemas.microsoft.com/office/drawing/2014/main" id="{0886AB88-1B40-CAD8-FB13-D3494A21B278}"/>
              </a:ext>
            </a:extLst>
          </p:cNvPr>
          <p:cNvSpPr>
            <a:spLocks noGrp="1"/>
          </p:cNvSpPr>
          <p:nvPr>
            <p:ph type="title"/>
          </p:nvPr>
        </p:nvSpPr>
        <p:spPr/>
        <p:txBody>
          <a:bodyPr/>
          <a:lstStyle/>
          <a:p>
            <a:r>
              <a:rPr lang="en-US" sz="8000" dirty="0"/>
              <a:t>Roadmap</a:t>
            </a:r>
          </a:p>
        </p:txBody>
      </p:sp>
      <p:sp>
        <p:nvSpPr>
          <p:cNvPr id="900" name="Footer Placeholder 3"/>
          <p:cNvSpPr txBox="1">
            <a:spLocks/>
          </p:cNvSpPr>
          <p:nvPr/>
        </p:nvSpPr>
        <p:spPr>
          <a:xfrm>
            <a:off x="5044281" y="10707688"/>
            <a:ext cx="10015538" cy="601662"/>
          </a:xfrm>
          <a:prstGeom prst="rect">
            <a:avLst/>
          </a:prstGeom>
        </p:spPr>
        <p:txBody>
          <a:bodyPr/>
          <a:lstStyle>
            <a:defPPr>
              <a:defRPr kern="0"/>
            </a:defPPr>
            <a:lvl1pPr>
              <a:defRPr sz="1600"/>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dirty="0">
                <a:ln>
                  <a:noFill/>
                </a:ln>
                <a:solidFill>
                  <a:srgbClr val="FFFFFF"/>
                </a:solidFill>
                <a:effectLst/>
                <a:uLnTx/>
                <a:uFillTx/>
                <a:latin typeface="Delight Semi Bold"/>
              </a:rPr>
              <a:t>@2026, Origin Utility, Inc / Proprietary &amp; Confidential / Internal Use Only</a:t>
            </a:r>
            <a:endParaRPr kumimoji="0" lang="en-US" sz="1050" b="1" i="0" u="none" strike="noStrike" kern="0" cap="none" spc="0" normalizeH="0" baseline="0" noProof="0" dirty="0">
              <a:ln>
                <a:noFill/>
              </a:ln>
              <a:solidFill>
                <a:srgbClr val="FFFFFF"/>
              </a:solidFill>
              <a:effectLst/>
              <a:uLnTx/>
              <a:uFillTx/>
            </a:endParaRPr>
          </a:p>
        </p:txBody>
      </p:sp>
      <p:cxnSp>
        <p:nvCxnSpPr>
          <p:cNvPr id="901" name="Connector 900"/>
          <p:cNvCxnSpPr/>
          <p:nvPr/>
        </p:nvCxnSpPr>
        <p:spPr>
          <a:xfrm>
            <a:off x="2474915" y="5280659"/>
            <a:ext cx="15154168" cy="0"/>
          </a:xfrm>
          <a:prstGeom prst="line">
            <a:avLst/>
          </a:prstGeom>
          <a:ln w="38100">
            <a:solidFill>
              <a:srgbClr val="F5EFE9"/>
            </a:solidFill>
          </a:ln>
          <a:effectLst/>
        </p:spPr>
        <p:style>
          <a:lnRef idx="2">
            <a:schemeClr val="accent1"/>
          </a:lnRef>
          <a:fillRef idx="0">
            <a:schemeClr val="accent1"/>
          </a:fillRef>
          <a:effectRef idx="1">
            <a:schemeClr val="accent1"/>
          </a:effectRef>
          <a:fontRef idx="minor">
            <a:schemeClr val="tx1"/>
          </a:fontRef>
        </p:style>
      </p:cxnSp>
      <p:cxnSp>
        <p:nvCxnSpPr>
          <p:cNvPr id="902" name="Connector 901"/>
          <p:cNvCxnSpPr/>
          <p:nvPr/>
        </p:nvCxnSpPr>
        <p:spPr>
          <a:xfrm>
            <a:off x="2474915" y="5692140"/>
            <a:ext cx="0" cy="411480"/>
          </a:xfrm>
          <a:prstGeom prst="line">
            <a:avLst/>
          </a:prstGeom>
          <a:ln w="25400">
            <a:solidFill>
              <a:srgbClr val="F5EFE9"/>
            </a:solidFill>
          </a:ln>
          <a:effectLst/>
        </p:spPr>
        <p:style>
          <a:lnRef idx="2">
            <a:schemeClr val="accent1"/>
          </a:lnRef>
          <a:fillRef idx="0">
            <a:schemeClr val="accent1"/>
          </a:fillRef>
          <a:effectRef idx="1">
            <a:schemeClr val="accent1"/>
          </a:effectRef>
          <a:fontRef idx="minor">
            <a:schemeClr val="tx1"/>
          </a:fontRef>
        </p:style>
      </p:cxnSp>
      <p:sp>
        <p:nvSpPr>
          <p:cNvPr id="903" name="Rounded Rectangle 902"/>
          <p:cNvSpPr/>
          <p:nvPr/>
        </p:nvSpPr>
        <p:spPr>
          <a:xfrm>
            <a:off x="740663" y="6103620"/>
            <a:ext cx="3468502" cy="3383280"/>
          </a:xfrm>
          <a:prstGeom prst="roundRect">
            <a:avLst>
              <a:gd name="adj" fmla="val 6000"/>
            </a:avLst>
          </a:prstGeom>
          <a:solidFill>
            <a:srgbClr val="F5EFE9"/>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37160" rIns="228600" bIns="137160" rtlCol="0" anchor="ctr">
            <a:noAutofit/>
          </a:bodyPr>
          <a:lstStyle/>
          <a:p>
            <a:pPr algn="ctr"/>
            <a:r>
              <a:rPr sz="2800" b="1">
                <a:solidFill>
                  <a:srgbClr val="0B3D7A"/>
                </a:solidFill>
                <a:latin typeface="Delight Semi Bold"/>
              </a:rPr>
              <a:t>Calculation Verification</a:t>
            </a:r>
          </a:p>
          <a:p>
            <a:pPr algn="ctr">
              <a:spcBef>
                <a:spcPts val="1000"/>
              </a:spcBef>
            </a:pPr>
            <a:r>
              <a:rPr sz="2200" b="0">
                <a:solidFill>
                  <a:srgbClr val="4C5D69"/>
                </a:solidFill>
                <a:latin typeface="Delight Regular"/>
              </a:rPr>
              <a:t>Eric</a:t>
            </a:r>
          </a:p>
        </p:txBody>
      </p:sp>
      <p:sp>
        <p:nvSpPr>
          <p:cNvPr id="904" name="Oval 903"/>
          <p:cNvSpPr/>
          <p:nvPr/>
        </p:nvSpPr>
        <p:spPr>
          <a:xfrm>
            <a:off x="2063435" y="4869179"/>
            <a:ext cx="822960" cy="822960"/>
          </a:xfrm>
          <a:prstGeom prst="ellipse">
            <a:avLst/>
          </a:prstGeom>
          <a:solidFill>
            <a:srgbClr val="FFA41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2800" b="1">
                <a:solidFill>
                  <a:srgbClr val="0B3D7A"/>
                </a:solidFill>
                <a:latin typeface="Delight Semi Bold"/>
              </a:rPr>
              <a:t>1</a:t>
            </a:r>
          </a:p>
        </p:txBody>
      </p:sp>
      <p:cxnSp>
        <p:nvCxnSpPr>
          <p:cNvPr id="905" name="Connector 904"/>
          <p:cNvCxnSpPr/>
          <p:nvPr/>
        </p:nvCxnSpPr>
        <p:spPr>
          <a:xfrm>
            <a:off x="6263457" y="5692140"/>
            <a:ext cx="0" cy="411480"/>
          </a:xfrm>
          <a:prstGeom prst="line">
            <a:avLst/>
          </a:prstGeom>
          <a:ln w="25400">
            <a:solidFill>
              <a:srgbClr val="F5EFE9"/>
            </a:solidFill>
          </a:ln>
          <a:effectLst/>
        </p:spPr>
        <p:style>
          <a:lnRef idx="2">
            <a:schemeClr val="accent1"/>
          </a:lnRef>
          <a:fillRef idx="0">
            <a:schemeClr val="accent1"/>
          </a:fillRef>
          <a:effectRef idx="1">
            <a:schemeClr val="accent1"/>
          </a:effectRef>
          <a:fontRef idx="minor">
            <a:schemeClr val="tx1"/>
          </a:fontRef>
        </p:style>
      </p:cxnSp>
      <p:sp>
        <p:nvSpPr>
          <p:cNvPr id="906" name="Rounded Rectangle 905"/>
          <p:cNvSpPr/>
          <p:nvPr/>
        </p:nvSpPr>
        <p:spPr>
          <a:xfrm>
            <a:off x="4529206" y="6103620"/>
            <a:ext cx="3468502" cy="3383280"/>
          </a:xfrm>
          <a:prstGeom prst="roundRect">
            <a:avLst>
              <a:gd name="adj" fmla="val 6000"/>
            </a:avLst>
          </a:prstGeom>
          <a:solidFill>
            <a:srgbClr val="F5EFE9"/>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37160" rIns="228600" bIns="137160" rtlCol="0" anchor="ctr">
            <a:noAutofit/>
          </a:bodyPr>
          <a:lstStyle/>
          <a:p>
            <a:pPr algn="ctr"/>
            <a:r>
              <a:rPr sz="2800" b="1">
                <a:solidFill>
                  <a:srgbClr val="0B3D7A"/>
                </a:solidFill>
                <a:latin typeface="Delight Semi Bold"/>
              </a:rPr>
              <a:t>Snapshot Table</a:t>
            </a:r>
            <a:br>
              <a:rPr sz="2800" b="1">
                <a:solidFill>
                  <a:srgbClr val="0B3D7A"/>
                </a:solidFill>
                <a:latin typeface="Delight Semi Bold"/>
              </a:rPr>
            </a:br>
            <a:r>
              <a:rPr sz="2800" b="1">
                <a:solidFill>
                  <a:srgbClr val="0B3D7A"/>
                </a:solidFill>
                <a:latin typeface="Delight Semi Bold"/>
              </a:rPr>
              <a:t>and refresh</a:t>
            </a:r>
            <a:br>
              <a:rPr sz="2800" b="1">
                <a:solidFill>
                  <a:srgbClr val="0B3D7A"/>
                </a:solidFill>
                <a:latin typeface="Delight Semi Bold"/>
              </a:rPr>
            </a:br>
            <a:r>
              <a:rPr sz="2800" b="1">
                <a:solidFill>
                  <a:srgbClr val="0B3D7A"/>
                </a:solidFill>
                <a:latin typeface="Delight Semi Bold"/>
              </a:rPr>
              <a:t>job build</a:t>
            </a:r>
          </a:p>
          <a:p>
            <a:pPr algn="ctr">
              <a:spcBef>
                <a:spcPts val="1000"/>
              </a:spcBef>
            </a:pPr>
            <a:r>
              <a:rPr sz="2200" b="0">
                <a:solidFill>
                  <a:srgbClr val="4C5D69"/>
                </a:solidFill>
                <a:latin typeface="Delight Regular"/>
              </a:rPr>
              <a:t>Reed/Eric</a:t>
            </a:r>
          </a:p>
        </p:txBody>
      </p:sp>
      <p:sp>
        <p:nvSpPr>
          <p:cNvPr id="907" name="Oval 906"/>
          <p:cNvSpPr/>
          <p:nvPr/>
        </p:nvSpPr>
        <p:spPr>
          <a:xfrm>
            <a:off x="5851977" y="4869179"/>
            <a:ext cx="822960" cy="822960"/>
          </a:xfrm>
          <a:prstGeom prst="ellipse">
            <a:avLst/>
          </a:prstGeom>
          <a:solidFill>
            <a:srgbClr val="FFA41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2800" b="1">
                <a:solidFill>
                  <a:srgbClr val="0B3D7A"/>
                </a:solidFill>
                <a:latin typeface="Delight Semi Bold"/>
              </a:rPr>
              <a:t>2</a:t>
            </a:r>
          </a:p>
        </p:txBody>
      </p:sp>
      <p:cxnSp>
        <p:nvCxnSpPr>
          <p:cNvPr id="908" name="Connector 907"/>
          <p:cNvCxnSpPr/>
          <p:nvPr/>
        </p:nvCxnSpPr>
        <p:spPr>
          <a:xfrm>
            <a:off x="10051999" y="5692140"/>
            <a:ext cx="0" cy="411480"/>
          </a:xfrm>
          <a:prstGeom prst="line">
            <a:avLst/>
          </a:prstGeom>
          <a:ln w="25400">
            <a:solidFill>
              <a:srgbClr val="F5EFE9"/>
            </a:solidFill>
          </a:ln>
          <a:effectLst/>
        </p:spPr>
        <p:style>
          <a:lnRef idx="2">
            <a:schemeClr val="accent1"/>
          </a:lnRef>
          <a:fillRef idx="0">
            <a:schemeClr val="accent1"/>
          </a:fillRef>
          <a:effectRef idx="1">
            <a:schemeClr val="accent1"/>
          </a:effectRef>
          <a:fontRef idx="minor">
            <a:schemeClr val="tx1"/>
          </a:fontRef>
        </p:style>
      </p:cxnSp>
      <p:sp>
        <p:nvSpPr>
          <p:cNvPr id="909" name="Rounded Rectangle 908"/>
          <p:cNvSpPr/>
          <p:nvPr/>
        </p:nvSpPr>
        <p:spPr>
          <a:xfrm>
            <a:off x="8317748" y="6103620"/>
            <a:ext cx="3468502" cy="3383280"/>
          </a:xfrm>
          <a:prstGeom prst="roundRect">
            <a:avLst>
              <a:gd name="adj" fmla="val 6000"/>
            </a:avLst>
          </a:prstGeom>
          <a:solidFill>
            <a:srgbClr val="F5EFE9"/>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37160" rIns="228600" bIns="137160" rtlCol="0" anchor="ctr">
            <a:noAutofit/>
          </a:bodyPr>
          <a:lstStyle/>
          <a:p>
            <a:pPr algn="ctr"/>
            <a:r>
              <a:rPr sz="2800" b="1">
                <a:solidFill>
                  <a:srgbClr val="0B3D7A"/>
                </a:solidFill>
                <a:latin typeface="Delight Semi Bold"/>
              </a:rPr>
              <a:t>Deployment into internal OCI</a:t>
            </a:r>
          </a:p>
          <a:p>
            <a:pPr algn="ctr">
              <a:spcBef>
                <a:spcPts val="1000"/>
              </a:spcBef>
            </a:pPr>
            <a:r>
              <a:rPr sz="2200" b="0">
                <a:solidFill>
                  <a:srgbClr val="4C5D69"/>
                </a:solidFill>
                <a:latin typeface="Delight Regular"/>
              </a:rPr>
              <a:t>Reed/TA Team</a:t>
            </a:r>
          </a:p>
        </p:txBody>
      </p:sp>
      <p:sp>
        <p:nvSpPr>
          <p:cNvPr id="910" name="Oval 909"/>
          <p:cNvSpPr/>
          <p:nvPr/>
        </p:nvSpPr>
        <p:spPr>
          <a:xfrm>
            <a:off x="9640519" y="4869179"/>
            <a:ext cx="822960" cy="822960"/>
          </a:xfrm>
          <a:prstGeom prst="ellipse">
            <a:avLst/>
          </a:prstGeom>
          <a:solidFill>
            <a:srgbClr val="FFA41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2800" b="1">
                <a:solidFill>
                  <a:srgbClr val="0B3D7A"/>
                </a:solidFill>
                <a:latin typeface="Delight Semi Bold"/>
              </a:rPr>
              <a:t>3</a:t>
            </a:r>
          </a:p>
        </p:txBody>
      </p:sp>
      <p:cxnSp>
        <p:nvCxnSpPr>
          <p:cNvPr id="911" name="Connector 910"/>
          <p:cNvCxnSpPr/>
          <p:nvPr/>
        </p:nvCxnSpPr>
        <p:spPr>
          <a:xfrm>
            <a:off x="13840541" y="5692140"/>
            <a:ext cx="0" cy="411480"/>
          </a:xfrm>
          <a:prstGeom prst="line">
            <a:avLst/>
          </a:prstGeom>
          <a:ln w="25400">
            <a:solidFill>
              <a:srgbClr val="F5EFE9"/>
            </a:solidFill>
          </a:ln>
          <a:effectLst/>
        </p:spPr>
        <p:style>
          <a:lnRef idx="2">
            <a:schemeClr val="accent1"/>
          </a:lnRef>
          <a:fillRef idx="0">
            <a:schemeClr val="accent1"/>
          </a:fillRef>
          <a:effectRef idx="1">
            <a:schemeClr val="accent1"/>
          </a:effectRef>
          <a:fontRef idx="minor">
            <a:schemeClr val="tx1"/>
          </a:fontRef>
        </p:style>
      </p:cxnSp>
      <p:sp>
        <p:nvSpPr>
          <p:cNvPr id="912" name="Rounded Rectangle 911"/>
          <p:cNvSpPr/>
          <p:nvPr/>
        </p:nvSpPr>
        <p:spPr>
          <a:xfrm>
            <a:off x="12106290" y="6103620"/>
            <a:ext cx="3468502" cy="3383280"/>
          </a:xfrm>
          <a:prstGeom prst="roundRect">
            <a:avLst>
              <a:gd name="adj" fmla="val 6000"/>
            </a:avLst>
          </a:prstGeom>
          <a:solidFill>
            <a:srgbClr val="F5EFE9"/>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37160" rIns="228600" bIns="137160" rtlCol="0" anchor="ctr">
            <a:noAutofit/>
          </a:bodyPr>
          <a:lstStyle/>
          <a:p>
            <a:pPr algn="ctr"/>
            <a:r>
              <a:rPr sz="2800" b="1">
                <a:solidFill>
                  <a:srgbClr val="0B3D7A"/>
                </a:solidFill>
                <a:latin typeface="Delight Semi Bold"/>
              </a:rPr>
              <a:t>UAT</a:t>
            </a:r>
          </a:p>
          <a:p>
            <a:pPr algn="ctr">
              <a:spcBef>
                <a:spcPts val="1000"/>
              </a:spcBef>
            </a:pPr>
            <a:r>
              <a:rPr sz="2200" b="0">
                <a:solidFill>
                  <a:srgbClr val="4C5D69"/>
                </a:solidFill>
                <a:latin typeface="Delight Regular"/>
              </a:rPr>
              <a:t>Eric/Reed/QA Team</a:t>
            </a:r>
          </a:p>
        </p:txBody>
      </p:sp>
      <p:sp>
        <p:nvSpPr>
          <p:cNvPr id="913" name="Oval 912"/>
          <p:cNvSpPr/>
          <p:nvPr/>
        </p:nvSpPr>
        <p:spPr>
          <a:xfrm>
            <a:off x="13429061" y="4869179"/>
            <a:ext cx="822960" cy="822960"/>
          </a:xfrm>
          <a:prstGeom prst="ellipse">
            <a:avLst/>
          </a:prstGeom>
          <a:solidFill>
            <a:srgbClr val="FFA41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2800" b="1">
                <a:solidFill>
                  <a:srgbClr val="0B3D7A"/>
                </a:solidFill>
                <a:latin typeface="Delight Semi Bold"/>
              </a:rPr>
              <a:t>4</a:t>
            </a:r>
          </a:p>
        </p:txBody>
      </p:sp>
      <p:cxnSp>
        <p:nvCxnSpPr>
          <p:cNvPr id="914" name="Connector 913"/>
          <p:cNvCxnSpPr/>
          <p:nvPr/>
        </p:nvCxnSpPr>
        <p:spPr>
          <a:xfrm>
            <a:off x="17629083" y="5692140"/>
            <a:ext cx="0" cy="411480"/>
          </a:xfrm>
          <a:prstGeom prst="line">
            <a:avLst/>
          </a:prstGeom>
          <a:ln w="25400">
            <a:solidFill>
              <a:srgbClr val="F5EFE9"/>
            </a:solidFill>
          </a:ln>
          <a:effectLst/>
        </p:spPr>
        <p:style>
          <a:lnRef idx="2">
            <a:schemeClr val="accent1"/>
          </a:lnRef>
          <a:fillRef idx="0">
            <a:schemeClr val="accent1"/>
          </a:fillRef>
          <a:effectRef idx="1">
            <a:schemeClr val="accent1"/>
          </a:effectRef>
          <a:fontRef idx="minor">
            <a:schemeClr val="tx1"/>
          </a:fontRef>
        </p:style>
      </p:cxnSp>
      <p:sp>
        <p:nvSpPr>
          <p:cNvPr id="915" name="Rounded Rectangle 914"/>
          <p:cNvSpPr/>
          <p:nvPr/>
        </p:nvSpPr>
        <p:spPr>
          <a:xfrm>
            <a:off x="15894832" y="6103620"/>
            <a:ext cx="3468502" cy="3383280"/>
          </a:xfrm>
          <a:prstGeom prst="roundRect">
            <a:avLst>
              <a:gd name="adj" fmla="val 6000"/>
            </a:avLst>
          </a:prstGeom>
          <a:solidFill>
            <a:srgbClr val="FFA418"/>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37160" rIns="228600" bIns="137160" rtlCol="0" anchor="ctr">
            <a:noAutofit/>
          </a:bodyPr>
          <a:lstStyle/>
          <a:p>
            <a:pPr algn="ctr"/>
            <a:r>
              <a:rPr sz="2800" b="1">
                <a:solidFill>
                  <a:srgbClr val="0B3D7A"/>
                </a:solidFill>
                <a:latin typeface="Delight Semi Bold"/>
              </a:rPr>
              <a:t>Odessa Pilot</a:t>
            </a:r>
          </a:p>
        </p:txBody>
      </p:sp>
      <p:sp>
        <p:nvSpPr>
          <p:cNvPr id="916" name="Oval 915"/>
          <p:cNvSpPr/>
          <p:nvPr/>
        </p:nvSpPr>
        <p:spPr>
          <a:xfrm>
            <a:off x="17217603" y="4869179"/>
            <a:ext cx="822960" cy="822960"/>
          </a:xfrm>
          <a:prstGeom prst="ellipse">
            <a:avLst/>
          </a:prstGeom>
          <a:solidFill>
            <a:srgbClr val="F5EFE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2800" b="1">
                <a:solidFill>
                  <a:srgbClr val="0B3D7A"/>
                </a:solidFill>
                <a:latin typeface="Delight Semi Bold"/>
              </a:rPr>
              <a:t>5</a:t>
            </a:r>
          </a:p>
        </p:txBody>
      </p:sp>
    </p:spTree>
    <p:extLst>
      <p:ext uri="{BB962C8B-B14F-4D97-AF65-F5344CB8AC3E}">
        <p14:creationId xmlns:p14="http://schemas.microsoft.com/office/powerpoint/2010/main" val="2577594116"/>
      </p:ext>
    </p:extLst>
  </p:cSld>
  <p:clrMapOvr>
    <a:masterClrMapping/>
  </p:clrMapOvr>
</p:sld>
</file>

<file path=ppt/theme/theme1.xml><?xml version="1.0" encoding="utf-8"?>
<a:theme xmlns:a="http://schemas.openxmlformats.org/drawingml/2006/main" name="Office Theme">
  <a:themeElements>
    <a:clrScheme name="Origin Utility 2025">
      <a:dk1>
        <a:srgbClr val="006DA7"/>
      </a:dk1>
      <a:lt1>
        <a:srgbClr val="F5EFE9"/>
      </a:lt1>
      <a:dk2>
        <a:srgbClr val="006DA7"/>
      </a:dk2>
      <a:lt2>
        <a:srgbClr val="F4EFE9"/>
      </a:lt2>
      <a:accent1>
        <a:srgbClr val="FFA418"/>
      </a:accent1>
      <a:accent2>
        <a:srgbClr val="E9860D"/>
      </a:accent2>
      <a:accent3>
        <a:srgbClr val="BD5720"/>
      </a:accent3>
      <a:accent4>
        <a:srgbClr val="DBD3CC"/>
      </a:accent4>
      <a:accent5>
        <a:srgbClr val="BDB2AC"/>
      </a:accent5>
      <a:accent6>
        <a:srgbClr val="8E837E"/>
      </a:accent6>
      <a:hlink>
        <a:srgbClr val="FFA418"/>
      </a:hlink>
      <a:folHlink>
        <a:srgbClr val="BD572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RG-Deck Template-V1.1.0" id="{543EA141-4271-724E-B203-433C213E4E47}" vid="{7CB0B064-B97B-A240-BD28-B45B388501E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0EC55FE308B3F479D76AF450841754E" ma:contentTypeVersion="12" ma:contentTypeDescription="Create a new document." ma:contentTypeScope="" ma:versionID="e790027c7c34249bb98666c8c9119eaa">
  <xsd:schema xmlns:xsd="http://www.w3.org/2001/XMLSchema" xmlns:xs="http://www.w3.org/2001/XMLSchema" xmlns:p="http://schemas.microsoft.com/office/2006/metadata/properties" xmlns:ns2="12ca6ba9-4514-42dd-bdc3-b6324cc23e5f" xmlns:ns3="d357c37f-953d-43f0-9d5c-41b6999fc31b" targetNamespace="http://schemas.microsoft.com/office/2006/metadata/properties" ma:root="true" ma:fieldsID="bd009a1edaaf9ab5d6f665727a0fec8b" ns2:_="" ns3:_="">
    <xsd:import namespace="12ca6ba9-4514-42dd-bdc3-b6324cc23e5f"/>
    <xsd:import namespace="d357c37f-953d-43f0-9d5c-41b6999fc31b"/>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2ca6ba9-4514-42dd-bdc3-b6324cc23e5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SearchProperties" ma:index="14" nillable="true" ma:displayName="MediaServiceSearchProperties" ma:hidden="true" ma:internalName="MediaServiceSearchProperties" ma:readOnly="true">
      <xsd:simpleType>
        <xsd:restriction base="dms:Note"/>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d357c37f-953d-43f0-9d5c-41b6999fc31b"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5F15CB5-6569-4BED-87D8-DF74EBB45C96}">
  <ds:schemaRefs>
    <ds:schemaRef ds:uri="http://schemas.microsoft.com/sharepoint/v3/contenttype/forms"/>
  </ds:schemaRefs>
</ds:datastoreItem>
</file>

<file path=customXml/itemProps2.xml><?xml version="1.0" encoding="utf-8"?>
<ds:datastoreItem xmlns:ds="http://schemas.openxmlformats.org/officeDocument/2006/customXml" ds:itemID="{3A4E750B-86ED-4509-BE57-275555DF1C1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2ca6ba9-4514-42dd-bdc3-b6324cc23e5f"/>
    <ds:schemaRef ds:uri="d357c37f-953d-43f0-9d5c-41b6999fc31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67C8049-9568-4DE9-AB0C-6845984CADEA}">
  <ds:schemaRefs>
    <ds:schemaRef ds:uri="http://purl.org/dc/terms/"/>
    <ds:schemaRef ds:uri="http://schemas.microsoft.com/office/2006/metadata/properties"/>
    <ds:schemaRef ds:uri="http://schemas.microsoft.com/office/infopath/2007/PartnerControls"/>
    <ds:schemaRef ds:uri="http://purl.org/dc/elements/1.1/"/>
    <ds:schemaRef ds:uri="http://schemas.microsoft.com/office/2006/documentManagement/types"/>
    <ds:schemaRef ds:uri="http://schemas.openxmlformats.org/package/2006/metadata/core-properties"/>
    <ds:schemaRef ds:uri="d357c37f-953d-43f0-9d5c-41b6999fc31b"/>
    <ds:schemaRef ds:uri="http://www.w3.org/XML/1998/namespace"/>
    <ds:schemaRef ds:uri="12ca6ba9-4514-42dd-bdc3-b6324cc23e5f"/>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ORG-Deck Template-V1.1.0</Template>
  <TotalTime>574</TotalTime>
  <Words>528</Words>
  <Application>Microsoft Office PowerPoint</Application>
  <PresentationFormat>Custom</PresentationFormat>
  <Paragraphs>95</Paragraphs>
  <Slides>6</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Delight Semi Bold</vt:lpstr>
      <vt:lpstr>Delight Regular</vt:lpstr>
      <vt:lpstr>Arial</vt:lpstr>
      <vt:lpstr>Aptos</vt:lpstr>
      <vt:lpstr>Delight Medium</vt:lpstr>
      <vt:lpstr>Office Theme</vt:lpstr>
      <vt:lpstr>DataVergence App</vt:lpstr>
      <vt:lpstr>PowerPoint Presentation</vt:lpstr>
      <vt:lpstr>PowerPoint Presentation</vt:lpstr>
      <vt:lpstr>What is being solved?</vt:lpstr>
      <vt:lpstr>PowerPoint Presentation</vt:lpstr>
      <vt:lpstr>Roadmap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Geraldine Roddie</dc:creator>
  <cp:lastModifiedBy>Reed Navara</cp:lastModifiedBy>
  <cp:revision>4</cp:revision>
  <dcterms:created xsi:type="dcterms:W3CDTF">2025-11-19T15:32:52Z</dcterms:created>
  <dcterms:modified xsi:type="dcterms:W3CDTF">2026-09-25T00:07:49Z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2025-09-02T00:00:00Z</vt:filetime>
  </property>
  <property fmtid="{D5CDD505-2E9C-101B-9397-08002B2CF9AE}" pid="3" name="Creator">
    <vt:lpwstr>Adobe InDesign 20.5 (Macintosh)</vt:lpwstr>
  </property>
  <property fmtid="{D5CDD505-2E9C-101B-9397-08002B2CF9AE}" pid="4" name="LastSaved">
    <vt:filetime>2025-09-02T00:00:00Z</vt:filetime>
  </property>
  <property fmtid="{D5CDD505-2E9C-101B-9397-08002B2CF9AE}" pid="5" name="Producer">
    <vt:lpwstr>Adobe PDF Library 17.0</vt:lpwstr>
  </property>
  <property fmtid="{D5CDD505-2E9C-101B-9397-08002B2CF9AE}" pid="6" name="ContentTypeId">
    <vt:lpwstr>0x01010000EC55FE308B3F479D76AF450841754E</vt:lpwstr>
  </property>
  <property fmtid="{D5CDD505-2E9C-101B-9397-08002B2CF9AE}" pid="7" name="MediaServiceImageTags">
    <vt:lpwstr/>
  </property>
</Properties>
</file>