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OriginBA Automated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How client data becomes reports, end to end, and how AI runs the pipeline  |  internal documentation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OriginBA In One Picture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Client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Oracle Utilities C2M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CISADM schema, read-only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36480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One PDB per client, reached over the VPN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0879" y="214884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Six clients: Ellensburg, Fond du Lac, CityCorp, College Station, Newark, Odessa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0" y="348386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" y="384048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Data 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originba_dbt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416052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dbt warehouse in the client's own instance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5380" y="416052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153 staging, 61 core, 38 reporting canvases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98680" y="416052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Snapshot tables in CISADM (production today)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841980" y="416052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Nightly QA: 121 parity checks, 8 snapshot checks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400" y="5495544"/>
            <a:ext cx="0" cy="301752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0664" y="585216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5216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Delivery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OriginBA-3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617220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Standard Offering domains per workstream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55380" y="617220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Standardized SQL reports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298680" y="617220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Promotion tools with proofs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841980" y="6172200"/>
            <a:ext cx="3268979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Sign-off documents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58400" y="7507224"/>
            <a:ext cx="0" cy="30175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0664" y="7863840"/>
            <a:ext cx="18653760" cy="1600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7863840"/>
            <a:ext cx="4023360" cy="1600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Clients use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JasperReports Server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120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Ad Hoc views and dashboards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36480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Scheduled CSV and PDF exports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60879" y="8183880"/>
            <a:ext cx="4450080" cy="9601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3D7A"/>
                </a:solidFill>
              </a:rPr>
              <a:t>One org and one datasource per client, test and prod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By Hand Then, Automated Now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How it was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5EFE9"/>
                </a:solidFill>
              </a:rPr>
              <a:t>How it runs 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Domain edits in Domain Designer, one org at a time, no record of what 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2560320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Domain builders and patches in code, additive-only guard, seven proofs per org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read-back byte-equal, every bound view executes, rows tie to Oracle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46920" y="3182111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Report and view moves by export and import zips, datasource fixed by hand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4078224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One promote command for any resource, any org, any server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package from the target's own datasource, re-export compare, execute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46920" y="4700016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Validation in spreadsheets and by opening reports one by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607040" y="5596128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Sweep executes every view, report and dashboard; the sign-off document is generated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PASS, EMPTY, FAIL per row with timings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20" y="6217920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Snapshot deployment scripts run one by one in SQL 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7114032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Runner per step with validation gates and logs per client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no empty tables, no duplicate keys, FT parity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46920" y="7735824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0664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5EFE9"/>
                </a:solidFill>
              </a:rPr>
              <a:t>No warehouse; every number derived again in each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8631936"/>
            <a:ext cx="8778240" cy="1243584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3D7A"/>
                </a:solidFill>
              </a:rPr>
              <a:t>dbt warehouse with contracts, built nightly, parity-checked against CISADM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120 of 120 checks, balances to the cent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46920" y="9253728"/>
            <a:ext cx="868680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End To 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C2M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Oracle CISADM, read-only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Reporting layer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dbt warehouse or snapshot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Domains and reports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Standard Offering, one datasource per org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JasperReports Server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dev, test, client test, client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Nightly QA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parity against CISADM after every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Promotion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package, import, compare, execute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users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 Hoc, dashboards, scheduled exports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Claude Code runs the tools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on instruction, with the skills as the operating manual; every step prints its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Everything client-side needs the VPN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6309360"/>
            <a:ext cx="2084831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15435072" y="630936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5563088" y="676656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5489935" y="7772400"/>
            <a:ext cx="1975103" cy="109728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Sign-off document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one per org, from the sweep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7808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508992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7401031" y="5394959"/>
            <a:ext cx="9145" cy="822961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Cream = a tool with a proof   Grey = scheduled QA   Orange = the standing constraint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Client Database Side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1. Registry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clients.yml: org, datasource, PDB, 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2. Capacity gate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size it, cap TEMP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3. Drift check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compat views only where columns differ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4. Schemas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ORIGINBA_STAGING, CORE,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5. Build both paths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full refresh, then incremental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6. Merge proofs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idempotent, propagates, reconciles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7. Views and domains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BI views, generated domains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8.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every 6 hours, overnight full 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The nightly chain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lock, VPN gate, build, BI views, canary, source parity, snapshot parity, scorecard, alert on 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Live on INT_DEV and Ellensburg test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764023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8503920"/>
            <a:ext cx="15956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318 dbt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18787" y="8503920"/>
            <a:ext cx="201625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121 parity checks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8503920"/>
            <a:ext cx="201625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8 snapshot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8492" y="8503920"/>
            <a:ext cx="1911095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merge idempotent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48188" y="8503920"/>
            <a:ext cx="201625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balances tie 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Steps 1 to 8 are the onboarding runbook. Grey = still a manual measurement.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The Data Layer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Staging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153 views, one per table, trimmed and labelled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Core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61 dims and facts at natural grain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Reporting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38 canvases, the only layer read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Contracts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enforced; a rename fails the build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Dictionary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1,476 columns with CISADM 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Generated domains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9 per target, byte-identical on rebuild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Portal catalog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what the assistant may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One regeneration script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contracts, dictionary, catalog, domains, explorer, scripts index: nothing hand-maintained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35072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CI builds both paths per pull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8503920"/>
            <a:ext cx="212140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contracts enforced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4568" y="8503920"/>
            <a:ext cx="2226564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fixtures 391 of 391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9732" y="8503920"/>
            <a:ext cx="2962656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incremental = full refresh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0988" y="8503920"/>
            <a:ext cx="2542032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domains byte-identical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Snapshot Layer (Production Today)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01. Tables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active 8 and CMS_SA_SNAPSHOT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02. Procedures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full history, then rolling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03. Baselines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staggered jobs, ready 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04. Gates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no empty tables, no duplicates, FT parity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05 to 08. Schedule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twice daily, 30-minute stagger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Domains bind here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Standard Offering reads these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dbt parity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the warehouse is tied to these nightly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5806440"/>
            <a:ext cx="8833104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Runner per step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one command per step and client, logs kept per 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33888" y="5806440"/>
            <a:ext cx="3931920" cy="566928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Long refreshes run as background jobs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4566392" y="459486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665207" y="459486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8503920"/>
            <a:ext cx="15956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install gates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8787" y="8503920"/>
            <a:ext cx="159562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coverage logs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3016" y="8503920"/>
            <a:ext cx="317296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138,086 balances to the cent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The layer the dbt warehouse replaces; until then, what every client's Standard Offering 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Jaspersoft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where changes are authored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internal promotion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test orgs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each on its own datasource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Client prod orgs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only when named, with --i-mean-prod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Sweep and sign-off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execute everything, write the docx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Inventory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snapshot before, diff after: the rollback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Any resource, any org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domains, views, reports, folders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additive only, restore in one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generated from specs with tests, deployed by REST, one folder clients schedule from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2084831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15435072" y="5806440"/>
            <a:ext cx="2084831" cy="329184"/>
          </a:xfrm>
          <a:prstGeom prst="round2SameRect">
            <a:avLst/>
          </a:prstGeom>
          <a:solidFill>
            <a:srgbClr val="1D6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5563088" y="6263640"/>
          <a:ext cx="1828799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199"/>
                <a:gridCol w="457199"/>
                <a:gridCol w="457199"/>
                <a:gridCol w="457202"/>
              </a:tblGrid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5489935" y="7269479"/>
            <a:ext cx="1975103" cy="822960"/>
          </a:xfrm>
          <a:prstGeom prst="rect">
            <a:avLst/>
          </a:prstGeom>
          <a:noFill/>
        </p:spPr>
        <p:txBody>
          <a:bodyPr wrap="square" anchor="ctr" lIns="45720" rIns="4572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Sign-off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C5D69"/>
                </a:solidFill>
              </a:rPr>
              <a:t>per org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" y="854964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5EFE9"/>
                </a:solidFill>
              </a:rPr>
              <a:t>Proofs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import without warnings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0348" y="8503920"/>
            <a:ext cx="2331720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re-export byte-equal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0668" y="8503920"/>
            <a:ext cx="264718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every resource executes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06456" y="8503920"/>
            <a:ext cx="2121408" cy="50292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0B3D7A"/>
                </a:solidFill>
              </a:rPr>
              <a:t>rollback zip 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How AI Runs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Instruction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Chase names the org and the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Skills load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runbooks, measured facts, dated lessons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3032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Tool runs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export, patch, build, promote, sweep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444216" y="201168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Proof printed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or the step stops and names the rollback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44216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Skill updated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C5D69"/>
                </a:solidFill>
              </a:rPr>
              <a:t>the new fact, with its number, same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runs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builds, promotions, domain patches, sweeps, sign-off docs,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41848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0B3D7A"/>
                </a:solidFill>
              </a:rPr>
              <a:t>What it knows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C2M joins and cardinalities, the server estate, every dated lesson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43032" y="3886200"/>
            <a:ext cx="3931920" cy="14173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What it never does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5EFE9"/>
                </a:solidFill>
              </a:rPr>
              <a:t>write to prod unasked, print a credential, guess a client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5806440"/>
            <a:ext cx="13716000" cy="1188720"/>
          </a:xfrm>
          <a:prstGeom prst="roundRect">
            <a:avLst>
              <a:gd name="adj" fmla="val 12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0B3D7A"/>
                </a:solidFill>
              </a:rPr>
              <a:t>Guardrails live in the tools, not in the conversation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C5D69"/>
                </a:solidFill>
              </a:rPr>
              <a:t>--confirm on every write, --i-mean-prod on prod, read-only Oracle with prod disabled, additive-only domain changes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35072" y="5806440"/>
            <a:ext cx="3931920" cy="82296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B3D7A"/>
                </a:solidFill>
              </a:rPr>
              <a:t>303 of 379 commits in OriginBA-3, 255 of 351 in originba_dbt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35072" y="68122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4C5D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5EFE9"/>
                </a:solidFill>
              </a:rPr>
              <a:t>Human-only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EFE9"/>
                </a:solidFill>
              </a:rPr>
              <a:t>Ad Hoc designer checks, users, themes, server config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3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665207" y="2720340"/>
            <a:ext cx="786385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566392" y="2720340"/>
            <a:ext cx="786384" cy="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410176" y="3520440"/>
            <a:ext cx="0" cy="274320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467576" y="4594860"/>
            <a:ext cx="374904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9842480" y="1810512"/>
            <a:ext cx="0" cy="2784348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607808" y="1810512"/>
            <a:ext cx="12234672" cy="0"/>
          </a:xfrm>
          <a:prstGeom prst="line">
            <a:avLst/>
          </a:prstGeom>
          <a:ln w="3492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607808" y="1810512"/>
            <a:ext cx="0" cy="109728"/>
          </a:xfrm>
          <a:prstGeom prst="line">
            <a:avLst/>
          </a:prstGeom>
          <a:ln w="3492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0664" y="9829800"/>
            <a:ext cx="1828800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The loop: what a session learns goes back into the skills the next session 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Worked Example: College Station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Locate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offline, from the inventory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the 21 by exact label, their domains, what test already had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Prerequisites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2 promotions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the domain and the view test lacked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Promote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21 promotions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each: package, import, byte-equal compare, execute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Replace domains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13 promotions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prod's versions, so the views match exactly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Prove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22 executions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every item runs on test; prod never written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10312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One morning, 21 production reports the client asked to have in Test: 20 Ad Hoc views, 1 report, and the 13 domains behind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Is Automated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Warehouse build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entry point, nine gates, a preflight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Incremental 11 min, full refresh 33 min at 5.4M FTs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Merge proven idempotent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Nightly QA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Every 6 hours per client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Canary, 121 parity checks, 8 snapshot checks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Scorecard, fleet page, alert on 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Regeneration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Contracts, dictionary, catalog, domains, explorer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One script; the build fails on drift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Promotion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Any resource, any org, any server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Import, re-export compare, execute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Rollback zip before every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098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Domain changes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Additive-only guard on every patch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Seven proofs per org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Rows tied to Oracle before promotion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481303" y="57150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Reports and sign-off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JRXML generated from specs with tests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Deployed by REST, rendered as proof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Sign-off documents from the sweep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What Runs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583680"/>
                <a:gridCol w="731520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INT_DEV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05:45, 11:45, 17:45, 23:45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Oracle-native build and the QA chain on the bench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Nightly Ellensburg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00:30, 06:30, 12:30, 18:30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Same chain on Ellensburg 25.4 test; 00:30 is the full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Weekly QA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launchd Monday 07:00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Fixtures, slices, DQ rules, drift, tenant sweep, regenerate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Snapshot refreshes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Oracle DBMS_SCHEDULER, twice 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REFRESH procedures per client in CISADM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CI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pull request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dbt build both paths on Postgres 13 and 16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GitHub Actions on merge to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Slim CI per client warehouse (failing: no reachable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Promotions, patches, sign-offs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On instruction, in a Claude Code session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tools above, each with its proof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Results,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Build speed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fct_billed_charge: 31 min and 246 GB TEMP, now 21 seconds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BODA staging: 1,898 s to 6.8 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rpt_unbilled_revenue: 14 min to 4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Proven parity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120 of 120 checks across 38 tables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138,086 of 138,086 balances to the cent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Adjustment domain exact on six client orgs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34290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Delivery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Standard Offering to prod: 11 min Ellensburg, 21 min Newark, 0 errors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111 views repaired the morning prod went 10.0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5D69"/>
                </a:solidFill>
              </a:rPr>
              <a:t>21 client reports moved prod to test, byte-equal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Where It Needs To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828800"/>
            <a:ext cx="5913119" cy="43434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Runs on a laptop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nightlies need the VPN from one Mac: 93% of runs in the last 30 days were skipped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CD workflow has failed 13 of 13 times: no reachable warehouse from GitHub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The fix is a runner inside the VCN; designed, not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0983" y="1828800"/>
            <a:ext cx="5913119" cy="43434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Two reporting layers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Clients read the snapshot tables; the dbt warehouse is live only on INT_DEV and Ellensburg test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Generated domains exist but no server binds to them yet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Other clients wait on DBA approval for schemas and a service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1303" y="1828800"/>
            <a:ext cx="5913119" cy="4343400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54864" bIns="54864"/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3D7A"/>
                </a:solidFill>
              </a:rPr>
              <a:t>Gaps in the tooling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No capacity-gate script; it is manual SQL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 Offering on prod for three of five clients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4C5D69"/>
                </a:solidFill>
              </a:rPr>
              <a:t>•  Standardized reports not yet schedulable with relative dates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Runner in the VCN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infrastructure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so nightlies never skip</a:t>
            </a:r>
          </a:p>
        </p:txBody>
      </p:sp>
      <p:sp>
        <p:nvSpPr>
          <p:cNvPr id="6" name="Oval 5"/>
          <p:cNvSpPr/>
          <p:nvPr/>
        </p:nvSpPr>
        <p:spPr>
          <a:xfrm>
            <a:off x="206197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542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Capacity gate tool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size, TEMP cap, go or no-go</a:t>
            </a:r>
          </a:p>
        </p:txBody>
      </p:sp>
      <p:sp>
        <p:nvSpPr>
          <p:cNvPr id="8" name="Oval 7"/>
          <p:cNvSpPr/>
          <p:nvPr/>
        </p:nvSpPr>
        <p:spPr>
          <a:xfrm>
            <a:off x="585673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3018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First client onboarded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 / DBAs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schemas, service account, the in-database warehouse</a:t>
            </a:r>
          </a:p>
        </p:txBody>
      </p:sp>
      <p:sp>
        <p:nvSpPr>
          <p:cNvPr id="10" name="Oval 9"/>
          <p:cNvSpPr/>
          <p:nvPr/>
        </p:nvSpPr>
        <p:spPr>
          <a:xfrm>
            <a:off x="965149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2494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Standardized reports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Chase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C5D69"/>
                </a:solidFill>
              </a:rPr>
              <a:t>interactive tables, as-of, relative dates</a:t>
            </a:r>
          </a:p>
        </p:txBody>
      </p:sp>
      <p:sp>
        <p:nvSpPr>
          <p:cNvPr id="12" name="Oval 11"/>
          <p:cNvSpPr/>
          <p:nvPr/>
        </p:nvSpPr>
        <p:spPr>
          <a:xfrm>
            <a:off x="13446252" y="4864608"/>
            <a:ext cx="822960" cy="82296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919704" y="6099048"/>
            <a:ext cx="3465576" cy="2834640"/>
          </a:xfrm>
          <a:prstGeom prst="roundRect">
            <a:avLst>
              <a:gd name="adj" fmla="val 1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Prod coverage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Chase / clients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B3D7A"/>
                </a:solidFill>
              </a:rPr>
              <a:t>every prod org, domains on the warehouse</a:t>
            </a:r>
          </a:p>
        </p:txBody>
      </p:sp>
      <p:sp>
        <p:nvSpPr>
          <p:cNvPr id="14" name="Oval 13"/>
          <p:cNvSpPr/>
          <p:nvPr/>
        </p:nvSpPr>
        <p:spPr>
          <a:xfrm>
            <a:off x="17241012" y="4864608"/>
            <a:ext cx="822960" cy="822960"/>
          </a:xfrm>
          <a:prstGeom prst="ellipse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103120"/>
            <a:ext cx="18288000" cy="23774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In the order that unblocks the most.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Read These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0664" y="1828800"/>
          <a:ext cx="18653760" cy="8138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10972800"/>
              </a:tblGrid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originba_dbt/CLAUDE.md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rules of the data layer and where everything is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originba_dbt/docs/ORACLE_NATIVE_ROLLOUT_PLAN.md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in-database shape, its phases and what blocks 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originba_dbt/.claude/skills/oracle-native-rollout/SKILL.md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per-client onboarding runbook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originba_dbt/.claude/skills/oracle-nightly-operations/SKILL.md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How to read a red night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originba_dbt/scripts: build_oracle_warehouse.sh, nightly_oracle_build.sh, weekly_qa.sh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three entry points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originba_dbt/clients.yml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one client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OriginBA-3/.claude/skills/jaspersoft-server-operations/SKILL.md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server estate, every tool, every dated lesson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OriginBA-3/jaspersoft/docs/origin_dev_to_origin_test_promotion_plan.md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promotion path, 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OriginBA-3/sql/performance/snapshots/deployment_steps/README.md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snapshot layer, step by step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739832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>
                          <a:solidFill>
                            <a:srgbClr val="0B3D7A"/>
                          </a:solidFill>
                        </a:rPr>
                        <a:t>OriginBA-3/jaspersoft/docs/ba_automated_deployment_end_to_end.md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>
                          <a:solidFill>
                            <a:srgbClr val="4C5D69"/>
                          </a:solidFill>
                        </a:rPr>
                        <a:t>The written version of this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