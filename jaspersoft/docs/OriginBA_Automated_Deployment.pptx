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24"/>
    <p:sldId id="263" r:id="rId25"/>
    <p:sldId id="264" r:id="rId26"/>
    <p:sldId id="265" r:id="rId27"/>
    <p:sldId id="266" r:id="rId28"/>
    <p:sldId id="267" r:id="rId29"/>
    <p:sldId id="268" r:id="rId30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shapes of the reporting layer: legacy snapshot tables in CISADM (in production today), the in-database dbt warehouse (INT_DEV bench and Ellensburg test), and Postgres slices for validation. Jaspersoft reads the reporting layer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OriginBA Automated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How client data becomes reports, end to end  |  internal documentation for developers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1097280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>
                <a:solidFill>
                  <a:srgbClr val="F5EFE9"/>
                </a:solidFill>
              </a:rPr>
              <a:t>What this document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3108960"/>
            <a:ext cx="18653760" cy="64008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OriginBA turns a client's Oracle Utilities C2M database (CISADM) into a governed reporting layer and delivers it through JasperReports Server: Ad Hoc domains, dashboards, standardized reports and scheduled exports, one org per client.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Two repositories carry it. originba_dbt owns the data layer: the dbt models, the Oracle-native build, nightly QA, the client registry and generated domains. OriginBA-3 owns delivery: hand-built domains, report packs, promotion tools, the snapshot layer, the portal.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Almost every step below is a command with a proof attached. The steps that are not are named as such, together with what it would take to close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End to 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C2M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Oracle CISADM, read-only, reached over the VPN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Reporting layer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dbt in the client's own instance, or the snapshot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Jaspersoft domains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Standard Offering per workstream, bound to the client datasource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JasperReports Server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Origin_DEV, Origin_TEST, client test, client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Parity QA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121 source checks and 8 snapshot checks after every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Promotion with proofs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export, package, import, re-export compare, execute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users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 Hoc views, dashboards, scheduled CSV and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Claude Code sessions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 the tools above on instruction, with the skills as the operating manual; nothing writes to prod without --i-mean-prod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Everything client-side needs the VPN from Chase's Mac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6309360"/>
            <a:ext cx="208483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15435072" y="630936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5563088" y="676656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5489935" y="7772400"/>
            <a:ext cx="1975103" cy="109728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Validation sign-off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docx per org from the sweep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7808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508992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7401031" y="5394959"/>
            <a:ext cx="9145" cy="82296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Cream = automated by a tool with a proof   Grey = scheduled QA   Orange = the standing constraint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Client Database 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Registry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clients.yml row: org, datasource, PDB, version, threads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2. Capacity gate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size the warehouse, cap TEMP first (the 246 GB lesson)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Drift check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oracle_source_drift.py; compat views only where columns differ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Schemas and grants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ORIGINBA_STAGING, CORE, REPORTING beside CISADM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5. Build both paths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build_oracle_warehouse.sh: full refresh, then incremental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Merge proofs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idempotence and propagation, then reconcile to CMS_SA_SNAPSHOT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7. BI views and domains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create_bi_views.py, generated domains, one Ad Hoc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8. Schedule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launchd every 6 hours; the overnight fire is the full 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60020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Nightly chain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lock, VPN gate, build, BI views, canary, source parity, snapshot parity, scorecard, fleet page, alert on 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Live only on INT_DEV and Ellensburg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67512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Weekly QA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Monday 07:00: fixtures, slices, DQ rules, drift, tenant sweep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64023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Steps 1 to 8 are the onboarding runbook (skill oracle-native-rollout). Grey = still a manual measurement; the capacity-gate tool is on the roadmap.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Snapshot Layer (Production Today)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01. Tables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active 8 *_RPT_CURR tables and CMS_SA_SNAPSHOT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02. Procedures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REFRESH_* full-history and rolling-window PL/SQL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03. Baselines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one-time staggered jobs, ready gate, CMS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04. Validation gates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no empty tables, no duplicate keys, FT parity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05 to 08.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DBMS_SCHEDULER, twice daily, 30-minute stagger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Domains bind here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Standard Offering snapshot domains read these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dbt parity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5EFE9"/>
                </a:solidFill>
              </a:rPr>
              <a:t>nightly run_snapshot_parity.py ties the canvases to these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Runner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run_snapshot_rollout_step.py --step &lt;name&gt; --clients &lt;c&gt;; logs under deploy/snapshot_rollout_logs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Long refreshes need RUN_JOB with use_current_session false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This is the layer the in-database dbt warehouse replaces; until then it is what every client's Standard Offering 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Jaspersoft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only place changes are authored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internal promotion proof: same file set, only the datasource differs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test orgs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packaged against each org's own datasource, verified before import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prod orgs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jrs_promote_test_to_prod.py; refuses if a test host survives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Sweep and sign-off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jrs_run_sweep.py executes everything; the docx records PASS per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Inventory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jrs_inventory.py snapshot before, diff after: the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Any resource, any org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jrs_promote.py as root: domains, views, reports, folders, across servers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additive only, seven proofs, restore in one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SQL report pack generated with tests, deployed by REST, one folder clients schedule from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Prod writes only when named, with --i-mean-prod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309360"/>
            <a:ext cx="208483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15435072" y="630936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5563088" y="676656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5489935" y="7772400"/>
            <a:ext cx="1975103" cy="109728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Validation doc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per org, from the sweep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7401031" y="5394959"/>
            <a:ext cx="9145" cy="82296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Is Automated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Warehouse build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entry point with nine gates and a preflight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Incremental 11 min, full refresh 33 min at 5.4M FTs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Merge proven idempotent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Nightly QA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Every 6 hours per client under launchd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Canary, 121 parity checks, 8 snapshot checks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Scorecard, fleet page, alert on 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Regeneration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Contracts, dictionary, catalog, domains, explorer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script; the build fails on drift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Generated domains byte-identical on rebuild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Promotion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Package = target's own datasource + source scope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Import, re-export compare, execute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Rollback zip written before every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098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Additive-only guard on every patch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Seven proofs per org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Row ties to Oracle before promotion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48130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Reports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JRXML generated from specs with tests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Deployed by REST, rendered as proof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Sign-off documents from the sweep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Runs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583680"/>
                <a:gridCol w="731520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INT_DEV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05:45, 11:45, 17:45, 23:45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Oracle-native build and the QA chain on the bench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Ellensburg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00:30, 06:30, 12:30, 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Same chain on Ellensburg 25.4 test; 00:30 is the full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Weekly QA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Monday 07:00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Fixtures, slices, DQ rules, drift, tenant sweep, regenerate_all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Snapshot refreshes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 DBMS_SCHEDULER, twice 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REFRESH_* procedures per client in CISADM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CI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pull request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dbt build both paths on Postgres 13 and 16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merge to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Slim CI per client warehouse (failing: no reachable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Promotions, patches, sign-offs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On instruction, in a Claude Code session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tools above, each with its proof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Where AI Sits In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Runs the tools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Builds, promotions, domain patches, sweeps, sign-off docs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Each step prints its proof and stops on a failed one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Nothing autonomous against prod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1840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Carries the knowledge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Skills under .claude/skills in both repos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Measured facts with numbers, dated lessons, runbooks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Updated in the same session a fact is learned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614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Guardrails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--confirm on every write, --i-mean-prod on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Read-only Oracle access, prod disabled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Never print a credential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388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Scale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255 of 351 commits in originba_dbt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303 of 379 commits in OriginBA-3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Since February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The Automation Achieved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Build speed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fct_billed_charge: 31 min and 246 GB TEMP, now 21 seconds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BODA staging: 1,898 s to 6.8 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rpt_unbilled_revenue: 14 min to 4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Proven parity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120 of 120 checks across 38 tables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138,086 of 138,086 SA balances to the cent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Adjustment domain exact on six client orgs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Delivery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Standard Offering to prod: 11 min Ellensburg, 21 min Newark,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111 views repaired the morning prod went 10.0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21 client reports moved prod to test, byte-equal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Where It Needs To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Runs on a laptop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nightlies need the VPN from one Mac: 93% of runs in the last 30 days were skipped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CD workflow has failed 13 of 13 times: no reachable warehouse from GitHub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fix is a runner inside the VCN (an OKE CronJob); the design notes exist, the job does not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Two reporting layers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Clients read the snapshot tables; the dbt warehouse is live only on INT_DEV and Ellensburg test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Generated domains exist for two targets but no server binds to them yet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Other clients wait on DBA approval for ORIGINBA_* schemas and a service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Gaps in the tooling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No capacity-gate script; it is manual SQL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 Offering on prod for three of five clients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Standardized reports are not yet schedulable with relative dates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Schedule documentation disagrees in three places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3D7A"/>
                </a:solidFill>
              </a:rPr>
              <a:t>Runner in the VCN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Chase / infrastructure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C5D69"/>
                </a:solidFill>
              </a:rPr>
              <a:t>OKE CronJob so nightlies never skip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3D7A"/>
                </a:solidFill>
              </a:rPr>
              <a:t>Capacity gate tool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C5D69"/>
                </a:solidFill>
              </a:rPr>
              <a:t>size, TEMP cap, go or no-go per client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3D7A"/>
                </a:solidFill>
              </a:rPr>
              <a:t>Client onboarding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Chase / DBAs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C5D69"/>
                </a:solidFill>
              </a:rPr>
              <a:t>schemas, service account, first client on the in-database warehouse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C5D69"/>
                </a:solidFill>
              </a:rPr>
              <a:t>interactive tables, as-of reports, relative dates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3D7A"/>
                </a:solidFill>
              </a:rPr>
              <a:t>Prod coverage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B3D7A"/>
                </a:solidFill>
              </a:rPr>
              <a:t>Chase / clients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Standard Offering on every prod org, domains bound to the warehouse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182880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In the order that unblocks the most.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Read These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8138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10972800"/>
              </a:tblGrid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originba_dbt/CLAUDE.md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rules of the data layer and where everything is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originba_dbt/docs/ORACLE_NATIVE_ROLLOUT_PLAN.md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in-database shape, its phases and what blocks 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originba_dbt/.claude/skills/oracle-native-rollout/SKILL.md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per-client onboarding runbook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originba_dbt/.claude/skills/oracle-nightly-operations/SKILL.md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How to read a red night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originba_dbt/scripts/build_oracle_warehouse.sh, nightly_oracle_build.sh, weekly_qa.sh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three entry points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originba_dbt/clients.yml and scripts/client_registry.py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one client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OriginBA-3/.claude/skills/jaspersoft-server-operations/SKILL.md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server estate, every tool, every dated lesson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OriginBA-3/jaspersoft/docs/origin_dev_to_origin_test_promotion_plan.md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promotion path, 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OriginBA-3/sql/performance/snapshots/deployment_steps/README.md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snapshot layer, step by step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OriginBA-3/jaspersoft/docs/ba_automated_deployment_end_to_end.md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written version of this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