
<file path=[Content_Types].xml><?xml version="1.0" encoding="utf-8"?>
<Types xmlns="http://schemas.openxmlformats.org/package/2006/content-types">
  <Default Extension="jpg" ContentType="image/jpeg"/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media/image2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4"/>
  </p:sldMasterIdLst>
  <p:notesMasterIdLst>
    <p:notesMasterId r:id="rId11"/>
  </p:notesMasterIdLst>
  <p:sldIdLst>
    <p:sldId id="256" r:id="rId10"/>
    <p:sldId id="257" r:id="rId9"/>
    <p:sldId id="258" r:id="rId8"/>
    <p:sldId id="259" r:id="rId7"/>
    <p:sldId id="260" r:id="rId6"/>
    <p:sldId id="261" r:id="rId5"/>
    <p:sldId id="262" r:id="rId24"/>
    <p:sldId id="263" r:id="rId25"/>
    <p:sldId id="264" r:id="rId26"/>
    <p:sldId id="265" r:id="rId27"/>
    <p:sldId id="266" r:id="rId28"/>
    <p:sldId id="267" r:id="rId29"/>
    <p:sldId id="268" r:id="rId30"/>
  </p:sldIdLst>
  <p:sldSz cx="20104100" cy="11309350"/>
  <p:notesSz cx="20104100" cy="11309350"/>
  <p:embeddedFontLst>
    <p:embeddedFont>
      <p:font typeface="Delight Medium" panose="020B0604020202020204" charset="0"/>
      <p:regular r:id="rId12"/>
      <p:bold r:id="rId13"/>
    </p:embeddedFont>
    <p:embeddedFont>
      <p:font typeface="Delight Regular" panose="020B0604020202020204" charset="0"/>
      <p:regular r:id="rId14"/>
    </p:embeddedFont>
    <p:embeddedFont>
      <p:font typeface="Delight Semi Bold" panose="020B0604020202020204" charset="0"/>
      <p:regular r:id="rId15"/>
      <p:bold r:id="rId16"/>
    </p:embeddedFont>
  </p:embeddedFontLst>
  <p:defaultTextStyle>
    <a:defPPr>
      <a:defRPr kern="0"/>
    </a:def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9EECA242-63C1-4819-718C-03DD82C4675D}" name="Matthew Chaump" initials="MC" userId="S::mchaump@originutility.com::b3d42fe6-670a-4966-b5bf-3a36d66e83c8" providerId="AD"/>
  <p188:author id="{1DC4F756-B5AF-C2D4-9316-CD972CDD5EB3}" name="Jim Andrews" initials="JA" userId="S::jandrews@originconsults.com::a05dfb70-bfc1-430f-b538-55d430ac6bc6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B7D23"/>
    <a:srgbClr val="F5EFE9"/>
    <a:srgbClr val="FFFFFF"/>
    <a:srgbClr val="006DA7"/>
    <a:srgbClr val="103F7C"/>
    <a:srgbClr val="000000"/>
    <a:srgbClr val="2E2E2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3288D44-8111-45FC-9CA5-005E2963CEF0}" v="3" dt="2026-09-24T23:17:50.549"/>
    <p1510:client id="{EFAEBEA1-CE80-4756-ACF3-B164209B0570}" v="2" dt="2026-09-24T15:34:27.156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0" d="100"/>
          <a:sy n="50" d="100"/>
        </p:scale>
        <p:origin x="376" y="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6.xml"/><Relationship Id="rId6" Type="http://schemas.openxmlformats.org/officeDocument/2006/relationships/slide" Target="slides/slide5.xml"/><Relationship Id="rId7" Type="http://schemas.openxmlformats.org/officeDocument/2006/relationships/slide" Target="slides/slide4.xml"/><Relationship Id="rId8" Type="http://schemas.openxmlformats.org/officeDocument/2006/relationships/slide" Target="slides/slide3.xml"/><Relationship Id="rId9" Type="http://schemas.openxmlformats.org/officeDocument/2006/relationships/slide" Target="slides/slide2.xml"/><Relationship Id="rId10" Type="http://schemas.openxmlformats.org/officeDocument/2006/relationships/slide" Target="slides/slide1.xml"/><Relationship Id="rId11" Type="http://schemas.openxmlformats.org/officeDocument/2006/relationships/notesMaster" Target="notesMasters/notesMaster1.xml"/><Relationship Id="rId12" Type="http://schemas.openxmlformats.org/officeDocument/2006/relationships/font" Target="fonts/font1.fntdata"/><Relationship Id="rId13" Type="http://schemas.openxmlformats.org/officeDocument/2006/relationships/font" Target="fonts/font2.fntdata"/><Relationship Id="rId14" Type="http://schemas.openxmlformats.org/officeDocument/2006/relationships/font" Target="fonts/font3.fntdata"/><Relationship Id="rId15" Type="http://schemas.openxmlformats.org/officeDocument/2006/relationships/font" Target="fonts/font4.fntdata"/><Relationship Id="rId16" Type="http://schemas.openxmlformats.org/officeDocument/2006/relationships/font" Target="fonts/font5.fntdata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microsoft.com/office/2016/11/relationships/changesInfo" Target="changesInfos/changesInfo1.xml"/><Relationship Id="rId22" Type="http://schemas.microsoft.com/office/2015/10/relationships/revisionInfo" Target="revisionInfo.xml"/><Relationship Id="rId23" Type="http://schemas.microsoft.com/office/2018/10/relationships/authors" Target="authors.xml"/><Relationship Id="rId24" Type="http://schemas.openxmlformats.org/officeDocument/2006/relationships/slide" Target="slides/slide7.xml"/><Relationship Id="rId25" Type="http://schemas.openxmlformats.org/officeDocument/2006/relationships/slide" Target="slides/slide8.xml"/><Relationship Id="rId26" Type="http://schemas.openxmlformats.org/officeDocument/2006/relationships/slide" Target="slides/slide9.xml"/><Relationship Id="rId27" Type="http://schemas.openxmlformats.org/officeDocument/2006/relationships/slide" Target="slides/slide10.xml"/><Relationship Id="rId28" Type="http://schemas.openxmlformats.org/officeDocument/2006/relationships/slide" Target="slides/slide11.xml"/><Relationship Id="rId29" Type="http://schemas.openxmlformats.org/officeDocument/2006/relationships/slide" Target="slides/slide12.xml"/><Relationship Id="rId30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eed Navara" userId="c24476df-5543-40c4-aff2-f9b37b4e2199" providerId="ADAL" clId="{DE4EBD87-7713-4937-BB2F-40F61ABFC847}"/>
    <pc:docChg chg="custSel addSld modSld sldOrd">
      <pc:chgData name="Reed Navara" userId="c24476df-5543-40c4-aff2-f9b37b4e2199" providerId="ADAL" clId="{DE4EBD87-7713-4937-BB2F-40F61ABFC847}" dt="2026-09-25T00:07:49.632" v="466" actId="1076"/>
      <pc:docMkLst>
        <pc:docMk/>
      </pc:docMkLst>
      <pc:sldChg chg="modSp mod">
        <pc:chgData name="Reed Navara" userId="c24476df-5543-40c4-aff2-f9b37b4e2199" providerId="ADAL" clId="{DE4EBD87-7713-4937-BB2F-40F61ABFC847}" dt="2026-09-24T15:13:37.621" v="9" actId="20577"/>
        <pc:sldMkLst>
          <pc:docMk/>
          <pc:sldMk cId="1423065503" sldId="268"/>
        </pc:sldMkLst>
        <pc:spChg chg="mod">
          <ac:chgData name="Reed Navara" userId="c24476df-5543-40c4-aff2-f9b37b4e2199" providerId="ADAL" clId="{DE4EBD87-7713-4937-BB2F-40F61ABFC847}" dt="2026-09-24T15:13:37.621" v="9" actId="20577"/>
          <ac:spMkLst>
            <pc:docMk/>
            <pc:sldMk cId="1423065503" sldId="268"/>
            <ac:spMk id="3" creationId="{E11F4AC8-907D-0D9B-3EC1-080B36B5BD90}"/>
          </ac:spMkLst>
        </pc:spChg>
      </pc:sldChg>
      <pc:sldChg chg="addSp delSp modSp mod ord">
        <pc:chgData name="Reed Navara" userId="c24476df-5543-40c4-aff2-f9b37b4e2199" providerId="ADAL" clId="{DE4EBD87-7713-4937-BB2F-40F61ABFC847}" dt="2026-09-25T00:07:49.632" v="466" actId="1076"/>
        <pc:sldMkLst>
          <pc:docMk/>
          <pc:sldMk cId="4080643058" sldId="305"/>
        </pc:sldMkLst>
        <pc:spChg chg="mod">
          <ac:chgData name="Reed Navara" userId="c24476df-5543-40c4-aff2-f9b37b4e2199" providerId="ADAL" clId="{DE4EBD87-7713-4937-BB2F-40F61ABFC847}" dt="2026-09-24T23:30:16.792" v="239" actId="20577"/>
          <ac:spMkLst>
            <pc:docMk/>
            <pc:sldMk cId="4080643058" sldId="305"/>
            <ac:spMk id="14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49:32.248" v="458" actId="20577"/>
          <ac:spMkLst>
            <pc:docMk/>
            <pc:sldMk cId="4080643058" sldId="305"/>
            <ac:spMk id="17" creationId="{00000000-0000-0000-0000-000000000000}"/>
          </ac:spMkLst>
        </pc:spChg>
        <pc:spChg chg="del mod">
          <ac:chgData name="Reed Navara" userId="c24476df-5543-40c4-aff2-f9b37b4e2199" providerId="ADAL" clId="{DE4EBD87-7713-4937-BB2F-40F61ABFC847}" dt="2026-09-24T23:49:53.112" v="459" actId="478"/>
          <ac:spMkLst>
            <pc:docMk/>
            <pc:sldMk cId="4080643058" sldId="305"/>
            <ac:spMk id="19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5T00:07:39.040" v="464" actId="1076"/>
          <ac:spMkLst>
            <pc:docMk/>
            <pc:sldMk cId="4080643058" sldId="305"/>
            <ac:spMk id="20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5T00:07:43.953" v="465" actId="1076"/>
          <ac:spMkLst>
            <pc:docMk/>
            <pc:sldMk cId="4080643058" sldId="305"/>
            <ac:spMk id="21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5T00:07:49.632" v="466" actId="1076"/>
          <ac:spMkLst>
            <pc:docMk/>
            <pc:sldMk cId="4080643058" sldId="305"/>
            <ac:spMk id="22" creationId="{00000000-0000-0000-0000-000000000000}"/>
          </ac:spMkLst>
        </pc:spChg>
      </pc:sldChg>
      <pc:sldChg chg="addSp modSp">
        <pc:chgData name="Reed Navara" userId="c24476df-5543-40c4-aff2-f9b37b4e2199" providerId="ADAL" clId="{DE4EBD87-7713-4937-BB2F-40F61ABFC847}" dt="2026-09-21T17:48:56.572" v="7" actId="767"/>
        <pc:sldMkLst>
          <pc:docMk/>
          <pc:sldMk cId="2577594116" sldId="2147327721"/>
        </pc:sldMkLst>
      </pc:sldChg>
      <pc:sldChg chg="addSp modSp mod">
        <pc:chgData name="Reed Navara" userId="c24476df-5543-40c4-aff2-f9b37b4e2199" providerId="ADAL" clId="{DE4EBD87-7713-4937-BB2F-40F61ABFC847}" dt="2026-09-24T23:17:15.811" v="171" actId="1076"/>
        <pc:sldMkLst>
          <pc:docMk/>
          <pc:sldMk cId="832659428" sldId="2147327722"/>
        </pc:sldMkLst>
        <pc:spChg chg="add mod">
          <ac:chgData name="Reed Navara" userId="c24476df-5543-40c4-aff2-f9b37b4e2199" providerId="ADAL" clId="{DE4EBD87-7713-4937-BB2F-40F61ABFC847}" dt="2026-09-21T17:33:20.045" v="4" actId="767"/>
          <ac:spMkLst>
            <pc:docMk/>
            <pc:sldMk cId="832659428" sldId="2147327722"/>
            <ac:spMk id="2" creationId="{07614073-3D00-D5C1-B916-B7FA95B3EE55}"/>
          </ac:spMkLst>
        </pc:spChg>
        <pc:spChg chg="add mod">
          <ac:chgData name="Reed Navara" userId="c24476df-5543-40c4-aff2-f9b37b4e2199" providerId="ADAL" clId="{DE4EBD87-7713-4937-BB2F-40F61ABFC847}" dt="2026-09-24T23:17:15.811" v="171" actId="1076"/>
          <ac:spMkLst>
            <pc:docMk/>
            <pc:sldMk cId="832659428" sldId="2147327722"/>
            <ac:spMk id="3" creationId="{475E2A8C-B58E-4DCF-6869-25D6C75F772F}"/>
          </ac:spMkLst>
        </pc:spChg>
      </pc:sldChg>
      <pc:sldChg chg="addSp delSp modSp add mod ord modNotesTx">
        <pc:chgData name="Reed Navara" userId="c24476df-5543-40c4-aff2-f9b37b4e2199" providerId="ADAL" clId="{DE4EBD87-7713-4937-BB2F-40F61ABFC847}" dt="2026-09-24T23:29:27.208" v="227" actId="478"/>
        <pc:sldMkLst>
          <pc:docMk/>
          <pc:sldMk cId="0" sldId="2147327723"/>
        </pc:sldMkLst>
        <pc:spChg chg="mod">
          <ac:chgData name="Reed Navara" userId="c24476df-5543-40c4-aff2-f9b37b4e2199" providerId="ADAL" clId="{DE4EBD87-7713-4937-BB2F-40F61ABFC847}" dt="2026-09-24T23:15:29.177" v="101" actId="1076"/>
          <ac:spMkLst>
            <pc:docMk/>
            <pc:sldMk cId="0" sldId="2147327723"/>
            <ac:spMk id="2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23:14:41.055" v="97" actId="478"/>
          <ac:spMkLst>
            <pc:docMk/>
            <pc:sldMk cId="0" sldId="2147327723"/>
            <ac:spMk id="3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5:12.826" v="100" actId="1076"/>
          <ac:spMkLst>
            <pc:docMk/>
            <pc:sldMk cId="0" sldId="2147327723"/>
            <ac:spMk id="4" creationId="{00000000-0000-0000-0000-000000000000}"/>
          </ac:spMkLst>
        </pc:spChg>
        <pc:spChg chg="del mod">
          <ac:chgData name="Reed Navara" userId="c24476df-5543-40c4-aff2-f9b37b4e2199" providerId="ADAL" clId="{DE4EBD87-7713-4937-BB2F-40F61ABFC847}" dt="2026-09-24T23:17:23.615" v="173" actId="478"/>
          <ac:spMkLst>
            <pc:docMk/>
            <pc:sldMk cId="0" sldId="2147327723"/>
            <ac:spMk id="902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3:46.838" v="70" actId="20577"/>
          <ac:spMkLst>
            <pc:docMk/>
            <pc:sldMk cId="0" sldId="2147327723"/>
            <ac:spMk id="903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4:06.118" v="80" actId="20577"/>
          <ac:spMkLst>
            <pc:docMk/>
            <pc:sldMk cId="0" sldId="2147327723"/>
            <ac:spMk id="906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29:15.986" v="225" actId="20577"/>
          <ac:spMkLst>
            <pc:docMk/>
            <pc:sldMk cId="0" sldId="2147327723"/>
            <ac:spMk id="910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4:14.703" v="81" actId="20577"/>
          <ac:spMkLst>
            <pc:docMk/>
            <pc:sldMk cId="0" sldId="2147327723"/>
            <ac:spMk id="911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4:27.610" v="94" actId="20577"/>
          <ac:spMkLst>
            <pc:docMk/>
            <pc:sldMk cId="0" sldId="2147327723"/>
            <ac:spMk id="915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5:29.177" v="101" actId="1076"/>
          <ac:spMkLst>
            <pc:docMk/>
            <pc:sldMk cId="0" sldId="2147327723"/>
            <ac:spMk id="916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5:29.177" v="101" actId="1076"/>
          <ac:spMkLst>
            <pc:docMk/>
            <pc:sldMk cId="0" sldId="2147327723"/>
            <ac:spMk id="917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5:29.177" v="101" actId="1076"/>
          <ac:spMkLst>
            <pc:docMk/>
            <pc:sldMk cId="0" sldId="2147327723"/>
            <ac:spMk id="918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23:14:37.130" v="95" actId="478"/>
          <ac:spMkLst>
            <pc:docMk/>
            <pc:sldMk cId="0" sldId="2147327723"/>
            <ac:spMk id="919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23:14:40.065" v="96" actId="478"/>
          <ac:spMkLst>
            <pc:docMk/>
            <pc:sldMk cId="0" sldId="2147327723"/>
            <ac:spMk id="920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23:14:55.180" v="99" actId="478"/>
          <ac:spMkLst>
            <pc:docMk/>
            <pc:sldMk cId="0" sldId="2147327723"/>
            <ac:spMk id="921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5:12.826" v="100" actId="1076"/>
          <ac:spMkLst>
            <pc:docMk/>
            <pc:sldMk cId="0" sldId="2147327723"/>
            <ac:spMk id="922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5:12.826" v="100" actId="1076"/>
          <ac:spMkLst>
            <pc:docMk/>
            <pc:sldMk cId="0" sldId="2147327723"/>
            <ac:spMk id="923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5:12.826" v="100" actId="1076"/>
          <ac:spMkLst>
            <pc:docMk/>
            <pc:sldMk cId="0" sldId="2147327723"/>
            <ac:spMk id="924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28:32.529" v="198" actId="20577"/>
          <ac:spMkLst>
            <pc:docMk/>
            <pc:sldMk cId="0" sldId="2147327723"/>
            <ac:spMk id="928" creationId="{00000000-0000-0000-0000-000000000000}"/>
          </ac:spMkLst>
        </pc:spChg>
        <pc:spChg chg="del mod">
          <ac:chgData name="Reed Navara" userId="c24476df-5543-40c4-aff2-f9b37b4e2199" providerId="ADAL" clId="{DE4EBD87-7713-4937-BB2F-40F61ABFC847}" dt="2026-09-24T23:28:51.721" v="200" actId="478"/>
          <ac:spMkLst>
            <pc:docMk/>
            <pc:sldMk cId="0" sldId="2147327723"/>
            <ac:spMk id="932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23:29:27.208" v="227" actId="478"/>
          <ac:spMkLst>
            <pc:docMk/>
            <pc:sldMk cId="0" sldId="2147327723"/>
            <ac:spMk id="933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23:29:25.318" v="226" actId="478"/>
          <ac:spMkLst>
            <pc:docMk/>
            <pc:sldMk cId="0" sldId="2147327723"/>
            <ac:spMk id="934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23:28:55.539" v="201" actId="478"/>
          <ac:spMkLst>
            <pc:docMk/>
            <pc:sldMk cId="0" sldId="2147327723"/>
            <ac:spMk id="935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23:28:58.888" v="205" actId="478"/>
          <ac:spMkLst>
            <pc:docMk/>
            <pc:sldMk cId="0" sldId="2147327723"/>
            <ac:spMk id="936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23:28:55.539" v="201" actId="478"/>
          <ac:spMkLst>
            <pc:docMk/>
            <pc:sldMk cId="0" sldId="2147327723"/>
            <ac:spMk id="937" creationId="{00000000-0000-0000-0000-000000000000}"/>
          </ac:spMkLst>
        </pc:spChg>
        <pc:spChg chg="del mod">
          <ac:chgData name="Reed Navara" userId="c24476df-5543-40c4-aff2-f9b37b4e2199" providerId="ADAL" clId="{DE4EBD87-7713-4937-BB2F-40F61ABFC847}" dt="2026-09-24T23:29:00.029" v="206" actId="478"/>
          <ac:spMkLst>
            <pc:docMk/>
            <pc:sldMk cId="0" sldId="2147327723"/>
            <ac:spMk id="938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23:28:55.539" v="201" actId="478"/>
          <ac:spMkLst>
            <pc:docMk/>
            <pc:sldMk cId="0" sldId="2147327723"/>
            <ac:spMk id="939" creationId="{00000000-0000-0000-0000-000000000000}"/>
          </ac:spMkLst>
        </pc:spChg>
        <pc:spChg chg="del mod">
          <ac:chgData name="Reed Navara" userId="c24476df-5543-40c4-aff2-f9b37b4e2199" providerId="ADAL" clId="{DE4EBD87-7713-4937-BB2F-40F61ABFC847}" dt="2026-09-24T23:28:57.065" v="203" actId="478"/>
          <ac:spMkLst>
            <pc:docMk/>
            <pc:sldMk cId="0" sldId="2147327723"/>
            <ac:spMk id="940" creationId="{00000000-0000-0000-0000-000000000000}"/>
          </ac:spMkLst>
        </pc:spChg>
        <pc:spChg chg="del mod">
          <ac:chgData name="Reed Navara" userId="c24476df-5543-40c4-aff2-f9b37b4e2199" providerId="ADAL" clId="{DE4EBD87-7713-4937-BB2F-40F61ABFC847}" dt="2026-09-24T15:41:40.284" v="68" actId="478"/>
          <ac:spMkLst>
            <pc:docMk/>
            <pc:sldMk cId="0" sldId="2147327723"/>
            <ac:spMk id="948" creationId="{00000000-0000-0000-0000-000000000000}"/>
          </ac:spMkLst>
        </pc:spChg>
        <pc:cxnChg chg="add mod">
          <ac:chgData name="Reed Navara" userId="c24476df-5543-40c4-aff2-f9b37b4e2199" providerId="ADAL" clId="{DE4EBD87-7713-4937-BB2F-40F61ABFC847}" dt="2026-09-24T23:15:39.985" v="103" actId="1076"/>
          <ac:cxnSpMkLst>
            <pc:docMk/>
            <pc:sldMk cId="0" sldId="2147327723"/>
            <ac:cxnSpMk id="6" creationId="{BEB60A8F-C93B-AC7B-D6D4-DCC85505D9A0}"/>
          </ac:cxnSpMkLst>
        </pc:cxnChg>
        <pc:cxnChg chg="add mod">
          <ac:chgData name="Reed Navara" userId="c24476df-5543-40c4-aff2-f9b37b4e2199" providerId="ADAL" clId="{DE4EBD87-7713-4937-BB2F-40F61ABFC847}" dt="2026-09-24T23:15:47.531" v="105" actId="1076"/>
          <ac:cxnSpMkLst>
            <pc:docMk/>
            <pc:sldMk cId="0" sldId="2147327723"/>
            <ac:cxnSpMk id="7" creationId="{2462D4BF-95F9-8B56-61ED-8C1DFDA4FC54}"/>
          </ac:cxnSpMkLst>
        </pc:cxnChg>
        <pc:cxnChg chg="mod">
          <ac:chgData name="Reed Navara" userId="c24476df-5543-40c4-aff2-f9b37b4e2199" providerId="ADAL" clId="{DE4EBD87-7713-4937-BB2F-40F61ABFC847}" dt="2026-09-24T23:29:05.016" v="207" actId="1076"/>
          <ac:cxnSpMkLst>
            <pc:docMk/>
            <pc:sldMk cId="0" sldId="2147327723"/>
            <ac:cxnSpMk id="912" creationId="{00000000-0000-0000-0000-000000000000}"/>
          </ac:cxnSpMkLst>
        </pc:cxnChg>
      </pc:sldChg>
      <pc:sldChg chg="delSp modSp add mod ord">
        <pc:chgData name="Reed Navara" userId="c24476df-5543-40c4-aff2-f9b37b4e2199" providerId="ADAL" clId="{DE4EBD87-7713-4937-BB2F-40F61ABFC847}" dt="2026-09-24T23:47:40.576" v="414" actId="20577"/>
        <pc:sldMkLst>
          <pc:docMk/>
          <pc:sldMk cId="0" sldId="2147327724"/>
        </pc:sldMkLst>
        <pc:spChg chg="mod">
          <ac:chgData name="Reed Navara" userId="c24476df-5543-40c4-aff2-f9b37b4e2199" providerId="ADAL" clId="{DE4EBD87-7713-4937-BB2F-40F61ABFC847}" dt="2026-09-24T15:35:50.223" v="59" actId="20577"/>
          <ac:spMkLst>
            <pc:docMk/>
            <pc:sldMk cId="0" sldId="2147327724"/>
            <ac:spMk id="2" creationId="{00000000-0000-0000-0000-000000000000}"/>
          </ac:spMkLst>
        </pc:spChg>
        <pc:spChg chg="del mod">
          <ac:chgData name="Reed Navara" userId="c24476df-5543-40c4-aff2-f9b37b4e2199" providerId="ADAL" clId="{DE4EBD87-7713-4937-BB2F-40F61ABFC847}" dt="2026-09-24T15:35:57.631" v="61" actId="478"/>
          <ac:spMkLst>
            <pc:docMk/>
            <pc:sldMk cId="0" sldId="2147327724"/>
            <ac:spMk id="901" creationId="{00000000-0000-0000-0000-000000000000}"/>
          </ac:spMkLst>
        </pc:spChg>
        <pc:spChg chg="del mod">
          <ac:chgData name="Reed Navara" userId="c24476df-5543-40c4-aff2-f9b37b4e2199" providerId="ADAL" clId="{DE4EBD87-7713-4937-BB2F-40F61ABFC847}" dt="2026-09-24T23:46:30.121" v="367" actId="20577"/>
          <ac:spMkLst>
            <pc:docMk/>
            <pc:sldMk cId="0" sldId="2147327724"/>
            <ac:spMk id="902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46:40.616" v="373" actId="20577"/>
          <ac:spMkLst>
            <pc:docMk/>
            <pc:sldMk cId="0" sldId="2147327724"/>
            <ac:spMk id="908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15:36:10.817" v="63" actId="14100"/>
          <ac:spMkLst>
            <pc:docMk/>
            <pc:sldMk cId="0" sldId="2147327724"/>
            <ac:spMk id="911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7:03.568" v="168" actId="20577"/>
          <ac:spMkLst>
            <pc:docMk/>
            <pc:sldMk cId="0" sldId="2147327724"/>
            <ac:spMk id="916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7:00.333" v="166" actId="20577"/>
          <ac:spMkLst>
            <pc:docMk/>
            <pc:sldMk cId="0" sldId="2147327724"/>
            <ac:spMk id="917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7:07.239" v="170" actId="20577"/>
          <ac:spMkLst>
            <pc:docMk/>
            <pc:sldMk cId="0" sldId="2147327724"/>
            <ac:spMk id="918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6:37.639" v="133" actId="20577"/>
          <ac:spMkLst>
            <pc:docMk/>
            <pc:sldMk cId="0" sldId="2147327724"/>
            <ac:spMk id="919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6:51.954" v="164" actId="20577"/>
          <ac:spMkLst>
            <pc:docMk/>
            <pc:sldMk cId="0" sldId="2147327724"/>
            <ac:spMk id="921" creationId="{00000000-0000-0000-0000-000000000000}"/>
          </ac:spMkLst>
        </pc:spChg>
        <pc:spChg chg="del mod">
          <ac:chgData name="Reed Navara" userId="c24476df-5543-40c4-aff2-f9b37b4e2199" providerId="ADAL" clId="{DE4EBD87-7713-4937-BB2F-40F61ABFC847}" dt="2026-09-24T23:44:33.729" v="278" actId="20577"/>
          <ac:spMkLst>
            <pc:docMk/>
            <pc:sldMk cId="0" sldId="2147327724"/>
            <ac:spMk id="924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44:45.716" v="306" actId="20577"/>
          <ac:spMkLst>
            <pc:docMk/>
            <pc:sldMk cId="0" sldId="2147327724"/>
            <ac:spMk id="926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47:40.576" v="414" actId="20577"/>
          <ac:spMkLst>
            <pc:docMk/>
            <pc:sldMk cId="0" sldId="2147327724"/>
            <ac:spMk id="928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15:36:01.676" v="62" actId="478"/>
          <ac:spMkLst>
            <pc:docMk/>
            <pc:sldMk cId="0" sldId="2147327724"/>
            <ac:spMk id="931" creationId="{00000000-0000-0000-0000-000000000000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8712200" cy="5667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11387138" y="0"/>
            <a:ext cx="8712200" cy="5667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CD3FFB-ECF6-4148-B895-0C2C3FEFEFBE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659563" y="1414463"/>
            <a:ext cx="6784975" cy="38163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2009775" y="5441950"/>
            <a:ext cx="16084550" cy="44545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0742613"/>
            <a:ext cx="8712200" cy="5667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11387138" y="10742613"/>
            <a:ext cx="8712200" cy="5667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A6CCB5-C92D-914A-9E84-276068BE15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09778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3.em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–Blue">
    <p:bg>
      <p:bgPr>
        <a:blipFill dpi="0" rotWithShape="1">
          <a:blip r:embed="rId2">
            <a:lum/>
          </a:blip>
          <a:srcRect/>
          <a:stretch>
            <a:fillRect l="-6000" r="-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945294" y="4283075"/>
            <a:ext cx="11593156" cy="3118468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ts val="11000"/>
              </a:lnSpc>
              <a:defRPr sz="11000" b="0" i="0">
                <a:solidFill>
                  <a:schemeClr val="bg1"/>
                </a:solidFill>
                <a:latin typeface="Delight Medium" pitchFamily="2" charset="77"/>
                <a:cs typeface="Delight Medium" pitchFamily="2" charset="77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7" name="object 4">
            <a:extLst>
              <a:ext uri="{FF2B5EF4-FFF2-40B4-BE49-F238E27FC236}">
                <a16:creationId xmlns:a16="http://schemas.microsoft.com/office/drawing/2014/main" id="{D281A33B-1B20-5C81-E2D2-260E685F51E0}"/>
              </a:ext>
            </a:extLst>
          </p:cNvPr>
          <p:cNvSpPr txBox="1"/>
          <p:nvPr userDrawn="1"/>
        </p:nvSpPr>
        <p:spPr>
          <a:xfrm>
            <a:off x="744693" y="676911"/>
            <a:ext cx="1344295" cy="190437"/>
          </a:xfrm>
          <a:prstGeom prst="rect">
            <a:avLst/>
          </a:prstGeom>
        </p:spPr>
        <p:txBody>
          <a:bodyPr vert="horz" wrap="non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150" b="1" i="0" spc="13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ORIGIN</a:t>
            </a:r>
            <a:r>
              <a:rPr sz="1150" b="1" i="0" spc="35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 </a:t>
            </a:r>
            <a:r>
              <a:rPr sz="1150" b="1" i="0" spc="13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UTILIT</a:t>
            </a:r>
            <a:r>
              <a:rPr sz="1150" b="1" i="0" spc="-3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 </a:t>
            </a:r>
            <a:r>
              <a:rPr sz="1150" b="1" i="0" spc="-5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Y</a:t>
            </a:r>
            <a:endParaRPr sz="1150" b="1" i="0">
              <a:latin typeface="Delight Semi Bold" pitchFamily="2" charset="77"/>
              <a:cs typeface="Delight-SemiBold"/>
            </a:endParaRPr>
          </a:p>
        </p:txBody>
      </p:sp>
      <p:sp>
        <p:nvSpPr>
          <p:cNvPr id="10" name="object 7">
            <a:extLst>
              <a:ext uri="{FF2B5EF4-FFF2-40B4-BE49-F238E27FC236}">
                <a16:creationId xmlns:a16="http://schemas.microsoft.com/office/drawing/2014/main" id="{581AB839-9041-55C6-23FC-846A3E706A5D}"/>
              </a:ext>
            </a:extLst>
          </p:cNvPr>
          <p:cNvSpPr/>
          <p:nvPr userDrawn="1"/>
        </p:nvSpPr>
        <p:spPr>
          <a:xfrm>
            <a:off x="18324083" y="669925"/>
            <a:ext cx="1057910" cy="488950"/>
          </a:xfrm>
          <a:custGeom>
            <a:avLst/>
            <a:gdLst/>
            <a:ahLst/>
            <a:cxnLst/>
            <a:rect l="l" t="t" r="r" b="b"/>
            <a:pathLst>
              <a:path w="1057909" h="488950">
                <a:moveTo>
                  <a:pt x="984075" y="396998"/>
                </a:moveTo>
                <a:lnTo>
                  <a:pt x="274456" y="396998"/>
                </a:lnTo>
                <a:lnTo>
                  <a:pt x="282011" y="397483"/>
                </a:lnTo>
                <a:lnTo>
                  <a:pt x="289417" y="399428"/>
                </a:lnTo>
                <a:lnTo>
                  <a:pt x="339308" y="416752"/>
                </a:lnTo>
                <a:lnTo>
                  <a:pt x="416480" y="440139"/>
                </a:lnTo>
                <a:lnTo>
                  <a:pt x="462744" y="452293"/>
                </a:lnTo>
                <a:lnTo>
                  <a:pt x="512767" y="463786"/>
                </a:lnTo>
                <a:lnTo>
                  <a:pt x="565526" y="473895"/>
                </a:lnTo>
                <a:lnTo>
                  <a:pt x="620002" y="481893"/>
                </a:lnTo>
                <a:lnTo>
                  <a:pt x="675173" y="487055"/>
                </a:lnTo>
                <a:lnTo>
                  <a:pt x="730019" y="488656"/>
                </a:lnTo>
                <a:lnTo>
                  <a:pt x="783518" y="485971"/>
                </a:lnTo>
                <a:lnTo>
                  <a:pt x="834651" y="478275"/>
                </a:lnTo>
                <a:lnTo>
                  <a:pt x="882395" y="464842"/>
                </a:lnTo>
                <a:lnTo>
                  <a:pt x="925731" y="444948"/>
                </a:lnTo>
                <a:lnTo>
                  <a:pt x="963637" y="417867"/>
                </a:lnTo>
                <a:lnTo>
                  <a:pt x="984075" y="396998"/>
                </a:lnTo>
                <a:close/>
              </a:path>
              <a:path w="1057909" h="488950">
                <a:moveTo>
                  <a:pt x="327476" y="0"/>
                </a:moveTo>
                <a:lnTo>
                  <a:pt x="273977" y="2684"/>
                </a:lnTo>
                <a:lnTo>
                  <a:pt x="222845" y="10380"/>
                </a:lnTo>
                <a:lnTo>
                  <a:pt x="175102" y="23813"/>
                </a:lnTo>
                <a:lnTo>
                  <a:pt x="131767" y="43707"/>
                </a:lnTo>
                <a:lnTo>
                  <a:pt x="93863" y="70789"/>
                </a:lnTo>
                <a:lnTo>
                  <a:pt x="51623" y="113915"/>
                </a:lnTo>
                <a:lnTo>
                  <a:pt x="22677" y="156023"/>
                </a:lnTo>
                <a:lnTo>
                  <a:pt x="5858" y="197339"/>
                </a:lnTo>
                <a:lnTo>
                  <a:pt x="0" y="238092"/>
                </a:lnTo>
                <a:lnTo>
                  <a:pt x="3935" y="278510"/>
                </a:lnTo>
                <a:lnTo>
                  <a:pt x="16498" y="318820"/>
                </a:lnTo>
                <a:lnTo>
                  <a:pt x="36521" y="359250"/>
                </a:lnTo>
                <a:lnTo>
                  <a:pt x="62838" y="400029"/>
                </a:lnTo>
                <a:lnTo>
                  <a:pt x="94282" y="441385"/>
                </a:lnTo>
                <a:lnTo>
                  <a:pt x="128614" y="456080"/>
                </a:lnTo>
                <a:lnTo>
                  <a:pt x="141306" y="452829"/>
                </a:lnTo>
                <a:lnTo>
                  <a:pt x="259690" y="400381"/>
                </a:lnTo>
                <a:lnTo>
                  <a:pt x="266949" y="397967"/>
                </a:lnTo>
                <a:lnTo>
                  <a:pt x="274456" y="396998"/>
                </a:lnTo>
                <a:lnTo>
                  <a:pt x="984075" y="396998"/>
                </a:lnTo>
                <a:lnTo>
                  <a:pt x="987902" y="393091"/>
                </a:lnTo>
                <a:lnTo>
                  <a:pt x="853329" y="393091"/>
                </a:lnTo>
                <a:lnTo>
                  <a:pt x="804263" y="389851"/>
                </a:lnTo>
                <a:lnTo>
                  <a:pt x="749241" y="381272"/>
                </a:lnTo>
                <a:lnTo>
                  <a:pt x="698489" y="370377"/>
                </a:lnTo>
                <a:lnTo>
                  <a:pt x="282074" y="370377"/>
                </a:lnTo>
                <a:lnTo>
                  <a:pt x="165975" y="266089"/>
                </a:lnTo>
                <a:lnTo>
                  <a:pt x="135315" y="228263"/>
                </a:lnTo>
                <a:lnTo>
                  <a:pt x="114544" y="194584"/>
                </a:lnTo>
                <a:lnTo>
                  <a:pt x="106070" y="164302"/>
                </a:lnTo>
                <a:lnTo>
                  <a:pt x="112303" y="136665"/>
                </a:lnTo>
                <a:lnTo>
                  <a:pt x="135652" y="110923"/>
                </a:lnTo>
                <a:lnTo>
                  <a:pt x="163993" y="99116"/>
                </a:lnTo>
                <a:lnTo>
                  <a:pt x="204165" y="95560"/>
                </a:lnTo>
                <a:lnTo>
                  <a:pt x="999134" y="95560"/>
                </a:lnTo>
                <a:lnTo>
                  <a:pt x="996615" y="91657"/>
                </a:lnTo>
                <a:lnTo>
                  <a:pt x="783036" y="91657"/>
                </a:lnTo>
                <a:lnTo>
                  <a:pt x="775479" y="91173"/>
                </a:lnTo>
                <a:lnTo>
                  <a:pt x="768073" y="89228"/>
                </a:lnTo>
                <a:lnTo>
                  <a:pt x="747050" y="81686"/>
                </a:lnTo>
                <a:lnTo>
                  <a:pt x="718185" y="71903"/>
                </a:lnTo>
                <a:lnTo>
                  <a:pt x="641015" y="48516"/>
                </a:lnTo>
                <a:lnTo>
                  <a:pt x="594750" y="36363"/>
                </a:lnTo>
                <a:lnTo>
                  <a:pt x="544728" y="24869"/>
                </a:lnTo>
                <a:lnTo>
                  <a:pt x="491969" y="14761"/>
                </a:lnTo>
                <a:lnTo>
                  <a:pt x="437493" y="6763"/>
                </a:lnTo>
                <a:lnTo>
                  <a:pt x="382322" y="1601"/>
                </a:lnTo>
                <a:lnTo>
                  <a:pt x="327476" y="0"/>
                </a:lnTo>
                <a:close/>
              </a:path>
              <a:path w="1057909" h="488950">
                <a:moveTo>
                  <a:pt x="1013794" y="118278"/>
                </a:moveTo>
                <a:lnTo>
                  <a:pt x="775415" y="118278"/>
                </a:lnTo>
                <a:lnTo>
                  <a:pt x="788148" y="118739"/>
                </a:lnTo>
                <a:lnTo>
                  <a:pt x="800076" y="123202"/>
                </a:lnTo>
                <a:lnTo>
                  <a:pt x="891522" y="222562"/>
                </a:lnTo>
                <a:lnTo>
                  <a:pt x="922183" y="260388"/>
                </a:lnTo>
                <a:lnTo>
                  <a:pt x="942954" y="294068"/>
                </a:lnTo>
                <a:lnTo>
                  <a:pt x="951426" y="324352"/>
                </a:lnTo>
                <a:lnTo>
                  <a:pt x="945190" y="351990"/>
                </a:lnTo>
                <a:lnTo>
                  <a:pt x="921838" y="377732"/>
                </a:lnTo>
                <a:lnTo>
                  <a:pt x="893500" y="389537"/>
                </a:lnTo>
                <a:lnTo>
                  <a:pt x="853329" y="393091"/>
                </a:lnTo>
                <a:lnTo>
                  <a:pt x="987902" y="393091"/>
                </a:lnTo>
                <a:lnTo>
                  <a:pt x="1005874" y="374740"/>
                </a:lnTo>
                <a:lnTo>
                  <a:pt x="1034818" y="332632"/>
                </a:lnTo>
                <a:lnTo>
                  <a:pt x="1051636" y="291316"/>
                </a:lnTo>
                <a:lnTo>
                  <a:pt x="1057493" y="250563"/>
                </a:lnTo>
                <a:lnTo>
                  <a:pt x="1053557" y="210146"/>
                </a:lnTo>
                <a:lnTo>
                  <a:pt x="1040996" y="169836"/>
                </a:lnTo>
                <a:lnTo>
                  <a:pt x="1020974" y="129405"/>
                </a:lnTo>
                <a:lnTo>
                  <a:pt x="1013794" y="118278"/>
                </a:lnTo>
                <a:close/>
              </a:path>
              <a:path w="1057909" h="488950">
                <a:moveTo>
                  <a:pt x="443085" y="297108"/>
                </a:moveTo>
                <a:lnTo>
                  <a:pt x="435384" y="298345"/>
                </a:lnTo>
                <a:lnTo>
                  <a:pt x="427989" y="301106"/>
                </a:lnTo>
                <a:lnTo>
                  <a:pt x="294579" y="366633"/>
                </a:lnTo>
                <a:lnTo>
                  <a:pt x="282074" y="370377"/>
                </a:lnTo>
                <a:lnTo>
                  <a:pt x="698489" y="370377"/>
                </a:lnTo>
                <a:lnTo>
                  <a:pt x="691199" y="368812"/>
                </a:lnTo>
                <a:lnTo>
                  <a:pt x="633077" y="353928"/>
                </a:lnTo>
                <a:lnTo>
                  <a:pt x="577813" y="338075"/>
                </a:lnTo>
                <a:lnTo>
                  <a:pt x="528343" y="322710"/>
                </a:lnTo>
                <a:lnTo>
                  <a:pt x="487607" y="309291"/>
                </a:lnTo>
                <a:lnTo>
                  <a:pt x="458543" y="299274"/>
                </a:lnTo>
                <a:lnTo>
                  <a:pt x="450877" y="297412"/>
                </a:lnTo>
                <a:lnTo>
                  <a:pt x="443085" y="297108"/>
                </a:lnTo>
                <a:close/>
              </a:path>
              <a:path w="1057909" h="488950">
                <a:moveTo>
                  <a:pt x="999134" y="95560"/>
                </a:moveTo>
                <a:lnTo>
                  <a:pt x="204165" y="95560"/>
                </a:lnTo>
                <a:lnTo>
                  <a:pt x="253231" y="98800"/>
                </a:lnTo>
                <a:lnTo>
                  <a:pt x="308254" y="107379"/>
                </a:lnTo>
                <a:lnTo>
                  <a:pt x="366294" y="119839"/>
                </a:lnTo>
                <a:lnTo>
                  <a:pt x="424415" y="134725"/>
                </a:lnTo>
                <a:lnTo>
                  <a:pt x="479679" y="150579"/>
                </a:lnTo>
                <a:lnTo>
                  <a:pt x="529147" y="165944"/>
                </a:lnTo>
                <a:lnTo>
                  <a:pt x="569883" y="179364"/>
                </a:lnTo>
                <a:lnTo>
                  <a:pt x="598947" y="189382"/>
                </a:lnTo>
                <a:lnTo>
                  <a:pt x="606619" y="191244"/>
                </a:lnTo>
                <a:lnTo>
                  <a:pt x="614412" y="191547"/>
                </a:lnTo>
                <a:lnTo>
                  <a:pt x="622112" y="190306"/>
                </a:lnTo>
                <a:lnTo>
                  <a:pt x="629501" y="187539"/>
                </a:lnTo>
                <a:lnTo>
                  <a:pt x="762911" y="122023"/>
                </a:lnTo>
                <a:lnTo>
                  <a:pt x="775415" y="118278"/>
                </a:lnTo>
                <a:lnTo>
                  <a:pt x="1013794" y="118278"/>
                </a:lnTo>
                <a:lnTo>
                  <a:pt x="999134" y="95560"/>
                </a:lnTo>
                <a:close/>
              </a:path>
              <a:path w="1057909" h="488950">
                <a:moveTo>
                  <a:pt x="928878" y="32576"/>
                </a:moveTo>
                <a:lnTo>
                  <a:pt x="916183" y="35826"/>
                </a:lnTo>
                <a:lnTo>
                  <a:pt x="797810" y="88275"/>
                </a:lnTo>
                <a:lnTo>
                  <a:pt x="790546" y="90688"/>
                </a:lnTo>
                <a:lnTo>
                  <a:pt x="783036" y="91657"/>
                </a:lnTo>
                <a:lnTo>
                  <a:pt x="996615" y="91657"/>
                </a:lnTo>
                <a:lnTo>
                  <a:pt x="994659" y="88626"/>
                </a:lnTo>
                <a:lnTo>
                  <a:pt x="963219" y="47271"/>
                </a:lnTo>
                <a:lnTo>
                  <a:pt x="953422" y="38553"/>
                </a:lnTo>
                <a:lnTo>
                  <a:pt x="941633" y="33570"/>
                </a:lnTo>
                <a:lnTo>
                  <a:pt x="928878" y="32576"/>
                </a:lnTo>
                <a:close/>
              </a:path>
            </a:pathLst>
          </a:custGeom>
          <a:solidFill>
            <a:srgbClr val="F5EFE8"/>
          </a:solidFill>
        </p:spPr>
        <p:txBody>
          <a:bodyPr wrap="square" lIns="0" tIns="0" rIns="0" bIns="0" rtlCol="0"/>
          <a:lstStyle/>
          <a:p>
            <a:endParaRPr b="1" i="0">
              <a:latin typeface="Delight Semi Bold" pitchFamily="2" charset="77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bg>
      <p:bgPr>
        <a:blipFill dpi="0" rotWithShape="1">
          <a:blip r:embed="rId2">
            <a:lum/>
          </a:blip>
          <a:srcRect/>
          <a:stretch>
            <a:fillRect l="-6000" r="-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61789" y="1291981"/>
            <a:ext cx="11593156" cy="1505194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ts val="11000"/>
              </a:lnSpc>
              <a:defRPr sz="8000" b="0" i="0">
                <a:solidFill>
                  <a:schemeClr val="bg1"/>
                </a:solidFill>
                <a:latin typeface="Delight Medium" pitchFamily="2" charset="77"/>
                <a:cs typeface="Delight Medium" pitchFamily="2" charset="77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6" name="object 3">
            <a:extLst>
              <a:ext uri="{FF2B5EF4-FFF2-40B4-BE49-F238E27FC236}">
                <a16:creationId xmlns:a16="http://schemas.microsoft.com/office/drawing/2014/main" id="{8D0D04F6-CE8F-4B3D-254C-16C3EA7CEFE5}"/>
              </a:ext>
            </a:extLst>
          </p:cNvPr>
          <p:cNvSpPr txBox="1"/>
          <p:nvPr userDrawn="1"/>
        </p:nvSpPr>
        <p:spPr>
          <a:xfrm>
            <a:off x="709791" y="10379138"/>
            <a:ext cx="823594" cy="19043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n-US" sz="1150" b="1" i="0" spc="105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AGENDA</a:t>
            </a:r>
            <a:endParaRPr sz="1150" b="1" i="0">
              <a:latin typeface="Delight Semi Bold" pitchFamily="2" charset="77"/>
              <a:cs typeface="Delight-SemiBold"/>
            </a:endParaRPr>
          </a:p>
        </p:txBody>
      </p:sp>
      <p:sp>
        <p:nvSpPr>
          <p:cNvPr id="7" name="object 4">
            <a:extLst>
              <a:ext uri="{FF2B5EF4-FFF2-40B4-BE49-F238E27FC236}">
                <a16:creationId xmlns:a16="http://schemas.microsoft.com/office/drawing/2014/main" id="{D281A33B-1B20-5C81-E2D2-260E685F51E0}"/>
              </a:ext>
            </a:extLst>
          </p:cNvPr>
          <p:cNvSpPr txBox="1"/>
          <p:nvPr userDrawn="1"/>
        </p:nvSpPr>
        <p:spPr>
          <a:xfrm>
            <a:off x="744693" y="676911"/>
            <a:ext cx="1344295" cy="190437"/>
          </a:xfrm>
          <a:prstGeom prst="rect">
            <a:avLst/>
          </a:prstGeom>
        </p:spPr>
        <p:txBody>
          <a:bodyPr vert="horz" wrap="non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150" b="1" i="0" spc="13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ORIGIN</a:t>
            </a:r>
            <a:r>
              <a:rPr sz="1150" b="1" i="0" spc="35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 </a:t>
            </a:r>
            <a:r>
              <a:rPr sz="1150" b="1" i="0" spc="13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UTILIT</a:t>
            </a:r>
            <a:r>
              <a:rPr sz="1150" b="1" i="0" spc="-3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 </a:t>
            </a:r>
            <a:r>
              <a:rPr sz="1150" b="1" i="0" spc="-5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Y</a:t>
            </a:r>
            <a:endParaRPr sz="1150" b="1" i="0">
              <a:latin typeface="Delight Semi Bold" pitchFamily="2" charset="77"/>
              <a:cs typeface="Delight-SemiBold"/>
            </a:endParaRPr>
          </a:p>
        </p:txBody>
      </p:sp>
      <p:sp>
        <p:nvSpPr>
          <p:cNvPr id="8" name="object 5">
            <a:extLst>
              <a:ext uri="{FF2B5EF4-FFF2-40B4-BE49-F238E27FC236}">
                <a16:creationId xmlns:a16="http://schemas.microsoft.com/office/drawing/2014/main" id="{283AC1B9-1309-ED25-3E3B-C1B0AAD47B71}"/>
              </a:ext>
            </a:extLst>
          </p:cNvPr>
          <p:cNvSpPr txBox="1"/>
          <p:nvPr userDrawn="1"/>
        </p:nvSpPr>
        <p:spPr>
          <a:xfrm>
            <a:off x="3945294" y="676911"/>
            <a:ext cx="366395" cy="19043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150" b="1" i="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P</a:t>
            </a:r>
            <a:r>
              <a:rPr sz="1150" b="1" i="0" spc="-55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 </a:t>
            </a:r>
            <a:r>
              <a:rPr sz="1150" b="1" i="0" spc="5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PT </a:t>
            </a:r>
            <a:endParaRPr sz="1150" b="1" i="0">
              <a:latin typeface="Delight Semi Bold" pitchFamily="2" charset="77"/>
              <a:cs typeface="Delight-SemiBold"/>
            </a:endParaRPr>
          </a:p>
        </p:txBody>
      </p:sp>
      <p:sp>
        <p:nvSpPr>
          <p:cNvPr id="9" name="object 6">
            <a:extLst>
              <a:ext uri="{FF2B5EF4-FFF2-40B4-BE49-F238E27FC236}">
                <a16:creationId xmlns:a16="http://schemas.microsoft.com/office/drawing/2014/main" id="{CDC16121-AF0E-C344-65B6-08416D0DF56E}"/>
              </a:ext>
            </a:extLst>
          </p:cNvPr>
          <p:cNvSpPr txBox="1"/>
          <p:nvPr userDrawn="1"/>
        </p:nvSpPr>
        <p:spPr>
          <a:xfrm>
            <a:off x="17337453" y="10379138"/>
            <a:ext cx="2077720" cy="19043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r">
              <a:lnSpc>
                <a:spcPct val="100000"/>
              </a:lnSpc>
              <a:spcBef>
                <a:spcPts val="105"/>
              </a:spcBef>
            </a:pPr>
            <a:r>
              <a:rPr sz="1150" b="1" i="0" spc="135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DEVELOPED</a:t>
            </a:r>
            <a:r>
              <a:rPr sz="1150" b="1" i="0" spc="315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 </a:t>
            </a:r>
            <a:r>
              <a:rPr sz="1150" b="1" i="0" spc="5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BY</a:t>
            </a:r>
            <a:r>
              <a:rPr sz="1150" b="1" i="0" spc="33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 </a:t>
            </a:r>
            <a:r>
              <a:rPr sz="1150" b="1" i="0" spc="105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END</a:t>
            </a:r>
            <a:r>
              <a:rPr sz="1150" b="1" i="0" spc="8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URE </a:t>
            </a:r>
            <a:endParaRPr sz="1150" b="1" i="0">
              <a:latin typeface="Delight Semi Bold" pitchFamily="2" charset="77"/>
              <a:cs typeface="Delight-SemiBold"/>
            </a:endParaRPr>
          </a:p>
        </p:txBody>
      </p:sp>
      <p:sp>
        <p:nvSpPr>
          <p:cNvPr id="10" name="object 7">
            <a:extLst>
              <a:ext uri="{FF2B5EF4-FFF2-40B4-BE49-F238E27FC236}">
                <a16:creationId xmlns:a16="http://schemas.microsoft.com/office/drawing/2014/main" id="{581AB839-9041-55C6-23FC-846A3E706A5D}"/>
              </a:ext>
            </a:extLst>
          </p:cNvPr>
          <p:cNvSpPr/>
          <p:nvPr userDrawn="1"/>
        </p:nvSpPr>
        <p:spPr>
          <a:xfrm>
            <a:off x="18324083" y="669925"/>
            <a:ext cx="1057910" cy="488950"/>
          </a:xfrm>
          <a:custGeom>
            <a:avLst/>
            <a:gdLst/>
            <a:ahLst/>
            <a:cxnLst/>
            <a:rect l="l" t="t" r="r" b="b"/>
            <a:pathLst>
              <a:path w="1057909" h="488950">
                <a:moveTo>
                  <a:pt x="984075" y="396998"/>
                </a:moveTo>
                <a:lnTo>
                  <a:pt x="274456" y="396998"/>
                </a:lnTo>
                <a:lnTo>
                  <a:pt x="282011" y="397483"/>
                </a:lnTo>
                <a:lnTo>
                  <a:pt x="289417" y="399428"/>
                </a:lnTo>
                <a:lnTo>
                  <a:pt x="339308" y="416752"/>
                </a:lnTo>
                <a:lnTo>
                  <a:pt x="416480" y="440139"/>
                </a:lnTo>
                <a:lnTo>
                  <a:pt x="462744" y="452293"/>
                </a:lnTo>
                <a:lnTo>
                  <a:pt x="512767" y="463786"/>
                </a:lnTo>
                <a:lnTo>
                  <a:pt x="565526" y="473895"/>
                </a:lnTo>
                <a:lnTo>
                  <a:pt x="620002" y="481893"/>
                </a:lnTo>
                <a:lnTo>
                  <a:pt x="675173" y="487055"/>
                </a:lnTo>
                <a:lnTo>
                  <a:pt x="730019" y="488656"/>
                </a:lnTo>
                <a:lnTo>
                  <a:pt x="783518" y="485971"/>
                </a:lnTo>
                <a:lnTo>
                  <a:pt x="834651" y="478275"/>
                </a:lnTo>
                <a:lnTo>
                  <a:pt x="882395" y="464842"/>
                </a:lnTo>
                <a:lnTo>
                  <a:pt x="925731" y="444948"/>
                </a:lnTo>
                <a:lnTo>
                  <a:pt x="963637" y="417867"/>
                </a:lnTo>
                <a:lnTo>
                  <a:pt x="984075" y="396998"/>
                </a:lnTo>
                <a:close/>
              </a:path>
              <a:path w="1057909" h="488950">
                <a:moveTo>
                  <a:pt x="327476" y="0"/>
                </a:moveTo>
                <a:lnTo>
                  <a:pt x="273977" y="2684"/>
                </a:lnTo>
                <a:lnTo>
                  <a:pt x="222845" y="10380"/>
                </a:lnTo>
                <a:lnTo>
                  <a:pt x="175102" y="23813"/>
                </a:lnTo>
                <a:lnTo>
                  <a:pt x="131767" y="43707"/>
                </a:lnTo>
                <a:lnTo>
                  <a:pt x="93863" y="70789"/>
                </a:lnTo>
                <a:lnTo>
                  <a:pt x="51623" y="113915"/>
                </a:lnTo>
                <a:lnTo>
                  <a:pt x="22677" y="156023"/>
                </a:lnTo>
                <a:lnTo>
                  <a:pt x="5858" y="197339"/>
                </a:lnTo>
                <a:lnTo>
                  <a:pt x="0" y="238092"/>
                </a:lnTo>
                <a:lnTo>
                  <a:pt x="3935" y="278510"/>
                </a:lnTo>
                <a:lnTo>
                  <a:pt x="16498" y="318820"/>
                </a:lnTo>
                <a:lnTo>
                  <a:pt x="36521" y="359250"/>
                </a:lnTo>
                <a:lnTo>
                  <a:pt x="62838" y="400029"/>
                </a:lnTo>
                <a:lnTo>
                  <a:pt x="94282" y="441385"/>
                </a:lnTo>
                <a:lnTo>
                  <a:pt x="128614" y="456080"/>
                </a:lnTo>
                <a:lnTo>
                  <a:pt x="141306" y="452829"/>
                </a:lnTo>
                <a:lnTo>
                  <a:pt x="259690" y="400381"/>
                </a:lnTo>
                <a:lnTo>
                  <a:pt x="266949" y="397967"/>
                </a:lnTo>
                <a:lnTo>
                  <a:pt x="274456" y="396998"/>
                </a:lnTo>
                <a:lnTo>
                  <a:pt x="984075" y="396998"/>
                </a:lnTo>
                <a:lnTo>
                  <a:pt x="987902" y="393091"/>
                </a:lnTo>
                <a:lnTo>
                  <a:pt x="853329" y="393091"/>
                </a:lnTo>
                <a:lnTo>
                  <a:pt x="804263" y="389851"/>
                </a:lnTo>
                <a:lnTo>
                  <a:pt x="749241" y="381272"/>
                </a:lnTo>
                <a:lnTo>
                  <a:pt x="698489" y="370377"/>
                </a:lnTo>
                <a:lnTo>
                  <a:pt x="282074" y="370377"/>
                </a:lnTo>
                <a:lnTo>
                  <a:pt x="165975" y="266089"/>
                </a:lnTo>
                <a:lnTo>
                  <a:pt x="135315" y="228263"/>
                </a:lnTo>
                <a:lnTo>
                  <a:pt x="114544" y="194584"/>
                </a:lnTo>
                <a:lnTo>
                  <a:pt x="106070" y="164302"/>
                </a:lnTo>
                <a:lnTo>
                  <a:pt x="112303" y="136665"/>
                </a:lnTo>
                <a:lnTo>
                  <a:pt x="135652" y="110923"/>
                </a:lnTo>
                <a:lnTo>
                  <a:pt x="163993" y="99116"/>
                </a:lnTo>
                <a:lnTo>
                  <a:pt x="204165" y="95560"/>
                </a:lnTo>
                <a:lnTo>
                  <a:pt x="999134" y="95560"/>
                </a:lnTo>
                <a:lnTo>
                  <a:pt x="996615" y="91657"/>
                </a:lnTo>
                <a:lnTo>
                  <a:pt x="783036" y="91657"/>
                </a:lnTo>
                <a:lnTo>
                  <a:pt x="775479" y="91173"/>
                </a:lnTo>
                <a:lnTo>
                  <a:pt x="768073" y="89228"/>
                </a:lnTo>
                <a:lnTo>
                  <a:pt x="747050" y="81686"/>
                </a:lnTo>
                <a:lnTo>
                  <a:pt x="718185" y="71903"/>
                </a:lnTo>
                <a:lnTo>
                  <a:pt x="641015" y="48516"/>
                </a:lnTo>
                <a:lnTo>
                  <a:pt x="594750" y="36363"/>
                </a:lnTo>
                <a:lnTo>
                  <a:pt x="544728" y="24869"/>
                </a:lnTo>
                <a:lnTo>
                  <a:pt x="491969" y="14761"/>
                </a:lnTo>
                <a:lnTo>
                  <a:pt x="437493" y="6763"/>
                </a:lnTo>
                <a:lnTo>
                  <a:pt x="382322" y="1601"/>
                </a:lnTo>
                <a:lnTo>
                  <a:pt x="327476" y="0"/>
                </a:lnTo>
                <a:close/>
              </a:path>
              <a:path w="1057909" h="488950">
                <a:moveTo>
                  <a:pt x="1013794" y="118278"/>
                </a:moveTo>
                <a:lnTo>
                  <a:pt x="775415" y="118278"/>
                </a:lnTo>
                <a:lnTo>
                  <a:pt x="788148" y="118739"/>
                </a:lnTo>
                <a:lnTo>
                  <a:pt x="800076" y="123202"/>
                </a:lnTo>
                <a:lnTo>
                  <a:pt x="891522" y="222562"/>
                </a:lnTo>
                <a:lnTo>
                  <a:pt x="922183" y="260388"/>
                </a:lnTo>
                <a:lnTo>
                  <a:pt x="942954" y="294068"/>
                </a:lnTo>
                <a:lnTo>
                  <a:pt x="951426" y="324352"/>
                </a:lnTo>
                <a:lnTo>
                  <a:pt x="945190" y="351990"/>
                </a:lnTo>
                <a:lnTo>
                  <a:pt x="921838" y="377732"/>
                </a:lnTo>
                <a:lnTo>
                  <a:pt x="893500" y="389537"/>
                </a:lnTo>
                <a:lnTo>
                  <a:pt x="853329" y="393091"/>
                </a:lnTo>
                <a:lnTo>
                  <a:pt x="987902" y="393091"/>
                </a:lnTo>
                <a:lnTo>
                  <a:pt x="1005874" y="374740"/>
                </a:lnTo>
                <a:lnTo>
                  <a:pt x="1034818" y="332632"/>
                </a:lnTo>
                <a:lnTo>
                  <a:pt x="1051636" y="291316"/>
                </a:lnTo>
                <a:lnTo>
                  <a:pt x="1057493" y="250563"/>
                </a:lnTo>
                <a:lnTo>
                  <a:pt x="1053557" y="210146"/>
                </a:lnTo>
                <a:lnTo>
                  <a:pt x="1040996" y="169836"/>
                </a:lnTo>
                <a:lnTo>
                  <a:pt x="1020974" y="129405"/>
                </a:lnTo>
                <a:lnTo>
                  <a:pt x="1013794" y="118278"/>
                </a:lnTo>
                <a:close/>
              </a:path>
              <a:path w="1057909" h="488950">
                <a:moveTo>
                  <a:pt x="443085" y="297108"/>
                </a:moveTo>
                <a:lnTo>
                  <a:pt x="435384" y="298345"/>
                </a:lnTo>
                <a:lnTo>
                  <a:pt x="427989" y="301106"/>
                </a:lnTo>
                <a:lnTo>
                  <a:pt x="294579" y="366633"/>
                </a:lnTo>
                <a:lnTo>
                  <a:pt x="282074" y="370377"/>
                </a:lnTo>
                <a:lnTo>
                  <a:pt x="698489" y="370377"/>
                </a:lnTo>
                <a:lnTo>
                  <a:pt x="691199" y="368812"/>
                </a:lnTo>
                <a:lnTo>
                  <a:pt x="633077" y="353928"/>
                </a:lnTo>
                <a:lnTo>
                  <a:pt x="577813" y="338075"/>
                </a:lnTo>
                <a:lnTo>
                  <a:pt x="528343" y="322710"/>
                </a:lnTo>
                <a:lnTo>
                  <a:pt x="487607" y="309291"/>
                </a:lnTo>
                <a:lnTo>
                  <a:pt x="458543" y="299274"/>
                </a:lnTo>
                <a:lnTo>
                  <a:pt x="450877" y="297412"/>
                </a:lnTo>
                <a:lnTo>
                  <a:pt x="443085" y="297108"/>
                </a:lnTo>
                <a:close/>
              </a:path>
              <a:path w="1057909" h="488950">
                <a:moveTo>
                  <a:pt x="999134" y="95560"/>
                </a:moveTo>
                <a:lnTo>
                  <a:pt x="204165" y="95560"/>
                </a:lnTo>
                <a:lnTo>
                  <a:pt x="253231" y="98800"/>
                </a:lnTo>
                <a:lnTo>
                  <a:pt x="308254" y="107379"/>
                </a:lnTo>
                <a:lnTo>
                  <a:pt x="366294" y="119839"/>
                </a:lnTo>
                <a:lnTo>
                  <a:pt x="424415" y="134725"/>
                </a:lnTo>
                <a:lnTo>
                  <a:pt x="479679" y="150579"/>
                </a:lnTo>
                <a:lnTo>
                  <a:pt x="529147" y="165944"/>
                </a:lnTo>
                <a:lnTo>
                  <a:pt x="569883" y="179364"/>
                </a:lnTo>
                <a:lnTo>
                  <a:pt x="598947" y="189382"/>
                </a:lnTo>
                <a:lnTo>
                  <a:pt x="606619" y="191244"/>
                </a:lnTo>
                <a:lnTo>
                  <a:pt x="614412" y="191547"/>
                </a:lnTo>
                <a:lnTo>
                  <a:pt x="622112" y="190306"/>
                </a:lnTo>
                <a:lnTo>
                  <a:pt x="629501" y="187539"/>
                </a:lnTo>
                <a:lnTo>
                  <a:pt x="762911" y="122023"/>
                </a:lnTo>
                <a:lnTo>
                  <a:pt x="775415" y="118278"/>
                </a:lnTo>
                <a:lnTo>
                  <a:pt x="1013794" y="118278"/>
                </a:lnTo>
                <a:lnTo>
                  <a:pt x="999134" y="95560"/>
                </a:lnTo>
                <a:close/>
              </a:path>
              <a:path w="1057909" h="488950">
                <a:moveTo>
                  <a:pt x="928878" y="32576"/>
                </a:moveTo>
                <a:lnTo>
                  <a:pt x="916183" y="35826"/>
                </a:lnTo>
                <a:lnTo>
                  <a:pt x="797810" y="88275"/>
                </a:lnTo>
                <a:lnTo>
                  <a:pt x="790546" y="90688"/>
                </a:lnTo>
                <a:lnTo>
                  <a:pt x="783036" y="91657"/>
                </a:lnTo>
                <a:lnTo>
                  <a:pt x="996615" y="91657"/>
                </a:lnTo>
                <a:lnTo>
                  <a:pt x="994659" y="88626"/>
                </a:lnTo>
                <a:lnTo>
                  <a:pt x="963219" y="47271"/>
                </a:lnTo>
                <a:lnTo>
                  <a:pt x="953422" y="38553"/>
                </a:lnTo>
                <a:lnTo>
                  <a:pt x="941633" y="33570"/>
                </a:lnTo>
                <a:lnTo>
                  <a:pt x="928878" y="32576"/>
                </a:lnTo>
                <a:close/>
              </a:path>
            </a:pathLst>
          </a:custGeom>
          <a:solidFill>
            <a:srgbClr val="F5EFE8"/>
          </a:solidFill>
        </p:spPr>
        <p:txBody>
          <a:bodyPr wrap="square" lIns="0" tIns="0" rIns="0" bIns="0" rtlCol="0"/>
          <a:lstStyle/>
          <a:p>
            <a:endParaRPr b="1" i="0">
              <a:latin typeface="Delight Semi Bold" pitchFamily="2" charset="77"/>
            </a:endParaRP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AB89F71E-AD1B-9C7E-5F24-DFE3AA2CCC0E}"/>
              </a:ext>
            </a:extLst>
          </p:cNvPr>
          <p:cNvSpPr/>
          <p:nvPr userDrawn="1"/>
        </p:nvSpPr>
        <p:spPr>
          <a:xfrm>
            <a:off x="744693" y="3592666"/>
            <a:ext cx="1790700" cy="1790700"/>
          </a:xfrm>
          <a:prstGeom prst="roundRect">
            <a:avLst>
              <a:gd name="adj" fmla="val 4883"/>
            </a:avLst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>
                <a:solidFill>
                  <a:schemeClr val="tx2"/>
                </a:solidFill>
              </a:rPr>
              <a:t>#</a:t>
            </a:r>
          </a:p>
        </p:txBody>
      </p:sp>
      <p:sp>
        <p:nvSpPr>
          <p:cNvPr id="5" name="Holder 3">
            <a:extLst>
              <a:ext uri="{FF2B5EF4-FFF2-40B4-BE49-F238E27FC236}">
                <a16:creationId xmlns:a16="http://schemas.microsoft.com/office/drawing/2014/main" id="{22CC6CA9-7B09-4B71-5C99-F1322A3F34FC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3003550" y="4297008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800"/>
              </a:lnSpc>
              <a:defRPr sz="2800" b="0" i="0">
                <a:solidFill>
                  <a:schemeClr val="bg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Item</a:t>
            </a:r>
            <a:endParaRPr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95B41249-52B9-058C-A2D2-AEFA307C6ECB}"/>
              </a:ext>
            </a:extLst>
          </p:cNvPr>
          <p:cNvSpPr/>
          <p:nvPr userDrawn="1"/>
        </p:nvSpPr>
        <p:spPr>
          <a:xfrm>
            <a:off x="744693" y="5692775"/>
            <a:ext cx="1790700" cy="1790700"/>
          </a:xfrm>
          <a:prstGeom prst="roundRect">
            <a:avLst>
              <a:gd name="adj" fmla="val 4883"/>
            </a:avLst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>
                <a:solidFill>
                  <a:schemeClr val="tx2"/>
                </a:solidFill>
              </a:rPr>
              <a:t>#</a:t>
            </a:r>
          </a:p>
        </p:txBody>
      </p:sp>
      <p:sp>
        <p:nvSpPr>
          <p:cNvPr id="12" name="Holder 3">
            <a:extLst>
              <a:ext uri="{FF2B5EF4-FFF2-40B4-BE49-F238E27FC236}">
                <a16:creationId xmlns:a16="http://schemas.microsoft.com/office/drawing/2014/main" id="{229941AD-2968-47FA-B8A4-CF2ACDB0D856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3003550" y="6397117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800"/>
              </a:lnSpc>
              <a:defRPr sz="2800" b="0" i="0">
                <a:solidFill>
                  <a:schemeClr val="bg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Item</a:t>
            </a:r>
            <a:endParaRPr/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B6ADB498-948E-374B-63FC-885671A1FFD9}"/>
              </a:ext>
            </a:extLst>
          </p:cNvPr>
          <p:cNvSpPr/>
          <p:nvPr userDrawn="1"/>
        </p:nvSpPr>
        <p:spPr>
          <a:xfrm>
            <a:off x="744693" y="7799572"/>
            <a:ext cx="1790700" cy="1790700"/>
          </a:xfrm>
          <a:prstGeom prst="roundRect">
            <a:avLst>
              <a:gd name="adj" fmla="val 4883"/>
            </a:avLst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>
                <a:solidFill>
                  <a:schemeClr val="tx2"/>
                </a:solidFill>
              </a:rPr>
              <a:t>#</a:t>
            </a:r>
          </a:p>
        </p:txBody>
      </p:sp>
      <p:sp>
        <p:nvSpPr>
          <p:cNvPr id="14" name="Holder 3">
            <a:extLst>
              <a:ext uri="{FF2B5EF4-FFF2-40B4-BE49-F238E27FC236}">
                <a16:creationId xmlns:a16="http://schemas.microsoft.com/office/drawing/2014/main" id="{15AE6D7C-A5A6-259A-EFEA-23C86FF21355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3003550" y="8503914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800"/>
              </a:lnSpc>
              <a:defRPr sz="2800" b="0" i="0">
                <a:solidFill>
                  <a:schemeClr val="bg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Item</a:t>
            </a:r>
            <a:endParaRPr/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9F5E01BF-5917-E579-7B1E-8DAB57D96E96}"/>
              </a:ext>
            </a:extLst>
          </p:cNvPr>
          <p:cNvSpPr/>
          <p:nvPr userDrawn="1"/>
        </p:nvSpPr>
        <p:spPr>
          <a:xfrm>
            <a:off x="7602538" y="3592666"/>
            <a:ext cx="1790700" cy="1790700"/>
          </a:xfrm>
          <a:prstGeom prst="roundRect">
            <a:avLst>
              <a:gd name="adj" fmla="val 4883"/>
            </a:avLst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>
                <a:solidFill>
                  <a:schemeClr val="tx2"/>
                </a:solidFill>
              </a:rPr>
              <a:t>#</a:t>
            </a:r>
          </a:p>
        </p:txBody>
      </p:sp>
      <p:sp>
        <p:nvSpPr>
          <p:cNvPr id="16" name="Holder 3">
            <a:extLst>
              <a:ext uri="{FF2B5EF4-FFF2-40B4-BE49-F238E27FC236}">
                <a16:creationId xmlns:a16="http://schemas.microsoft.com/office/drawing/2014/main" id="{C5E9CA3F-F89A-9C4C-9663-A0DE4E38420F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9861395" y="4297008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800"/>
              </a:lnSpc>
              <a:defRPr sz="2800" b="0" i="0">
                <a:solidFill>
                  <a:schemeClr val="bg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Item</a:t>
            </a:r>
            <a:endParaRPr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69721468-036B-85EC-F925-B83D2B669D62}"/>
              </a:ext>
            </a:extLst>
          </p:cNvPr>
          <p:cNvSpPr/>
          <p:nvPr userDrawn="1"/>
        </p:nvSpPr>
        <p:spPr>
          <a:xfrm>
            <a:off x="7602538" y="5692775"/>
            <a:ext cx="1790700" cy="1790700"/>
          </a:xfrm>
          <a:prstGeom prst="roundRect">
            <a:avLst>
              <a:gd name="adj" fmla="val 4883"/>
            </a:avLst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>
                <a:solidFill>
                  <a:schemeClr val="tx2"/>
                </a:solidFill>
              </a:rPr>
              <a:t>#</a:t>
            </a:r>
          </a:p>
        </p:txBody>
      </p:sp>
      <p:sp>
        <p:nvSpPr>
          <p:cNvPr id="18" name="Holder 3">
            <a:extLst>
              <a:ext uri="{FF2B5EF4-FFF2-40B4-BE49-F238E27FC236}">
                <a16:creationId xmlns:a16="http://schemas.microsoft.com/office/drawing/2014/main" id="{BE575A3A-82D0-F43B-DB49-F447FB4E0D9D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9861395" y="6397117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800"/>
              </a:lnSpc>
              <a:defRPr sz="2800" b="0" i="0">
                <a:solidFill>
                  <a:schemeClr val="bg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Item</a:t>
            </a:r>
            <a:endParaRPr/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BD7883A9-0CD2-7CA9-7F76-79FDE3EBC7A0}"/>
              </a:ext>
            </a:extLst>
          </p:cNvPr>
          <p:cNvSpPr/>
          <p:nvPr userDrawn="1"/>
        </p:nvSpPr>
        <p:spPr>
          <a:xfrm>
            <a:off x="7575550" y="7826375"/>
            <a:ext cx="1790700" cy="1790700"/>
          </a:xfrm>
          <a:prstGeom prst="roundRect">
            <a:avLst>
              <a:gd name="adj" fmla="val 4883"/>
            </a:avLst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>
                <a:solidFill>
                  <a:schemeClr val="tx2"/>
                </a:solidFill>
              </a:rPr>
              <a:t>#</a:t>
            </a:r>
          </a:p>
        </p:txBody>
      </p:sp>
      <p:sp>
        <p:nvSpPr>
          <p:cNvPr id="20" name="Holder 3">
            <a:extLst>
              <a:ext uri="{FF2B5EF4-FFF2-40B4-BE49-F238E27FC236}">
                <a16:creationId xmlns:a16="http://schemas.microsoft.com/office/drawing/2014/main" id="{6CB859BD-8FE4-FA28-DFA1-58B21F48AA10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9861395" y="8530717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800"/>
              </a:lnSpc>
              <a:defRPr sz="2800" b="0" i="0">
                <a:solidFill>
                  <a:schemeClr val="bg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Item</a:t>
            </a:r>
            <a:endParaRPr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1262CAD7-8638-E927-F611-CF9EA4BFF046}"/>
              </a:ext>
            </a:extLst>
          </p:cNvPr>
          <p:cNvSpPr/>
          <p:nvPr userDrawn="1"/>
        </p:nvSpPr>
        <p:spPr>
          <a:xfrm>
            <a:off x="14179339" y="3592666"/>
            <a:ext cx="1790700" cy="1790700"/>
          </a:xfrm>
          <a:prstGeom prst="roundRect">
            <a:avLst>
              <a:gd name="adj" fmla="val 4883"/>
            </a:avLst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>
                <a:solidFill>
                  <a:schemeClr val="tx2"/>
                </a:solidFill>
              </a:rPr>
              <a:t>#</a:t>
            </a:r>
          </a:p>
        </p:txBody>
      </p:sp>
      <p:sp>
        <p:nvSpPr>
          <p:cNvPr id="22" name="Holder 3">
            <a:extLst>
              <a:ext uri="{FF2B5EF4-FFF2-40B4-BE49-F238E27FC236}">
                <a16:creationId xmlns:a16="http://schemas.microsoft.com/office/drawing/2014/main" id="{7D201DB3-6A91-4680-EFC7-A03DBD654C9A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16438196" y="4297008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800"/>
              </a:lnSpc>
              <a:defRPr sz="2800" b="0" i="0">
                <a:solidFill>
                  <a:schemeClr val="bg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Item</a:t>
            </a:r>
            <a:endParaRPr/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C4768C2C-9089-2398-6178-9746C1C79C8A}"/>
              </a:ext>
            </a:extLst>
          </p:cNvPr>
          <p:cNvSpPr/>
          <p:nvPr userDrawn="1"/>
        </p:nvSpPr>
        <p:spPr>
          <a:xfrm>
            <a:off x="14179339" y="5692775"/>
            <a:ext cx="1790700" cy="1790700"/>
          </a:xfrm>
          <a:prstGeom prst="roundRect">
            <a:avLst>
              <a:gd name="adj" fmla="val 4883"/>
            </a:avLst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>
                <a:solidFill>
                  <a:schemeClr val="tx2"/>
                </a:solidFill>
              </a:rPr>
              <a:t>#</a:t>
            </a:r>
          </a:p>
        </p:txBody>
      </p:sp>
      <p:sp>
        <p:nvSpPr>
          <p:cNvPr id="24" name="Holder 3">
            <a:extLst>
              <a:ext uri="{FF2B5EF4-FFF2-40B4-BE49-F238E27FC236}">
                <a16:creationId xmlns:a16="http://schemas.microsoft.com/office/drawing/2014/main" id="{B37A72DE-1C60-CB94-EA8C-A15D50FF7574}"/>
              </a:ext>
            </a:extLst>
          </p:cNvPr>
          <p:cNvSpPr>
            <a:spLocks noGrp="1"/>
          </p:cNvSpPr>
          <p:nvPr>
            <p:ph type="body" idx="32" hasCustomPrompt="1"/>
          </p:nvPr>
        </p:nvSpPr>
        <p:spPr>
          <a:xfrm>
            <a:off x="16438196" y="6397117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800"/>
              </a:lnSpc>
              <a:defRPr sz="2800" b="0" i="0">
                <a:solidFill>
                  <a:schemeClr val="bg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Item</a:t>
            </a:r>
            <a:endParaRPr/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E868D2E0-2E25-5BAA-A59F-3B032EEF30AD}"/>
              </a:ext>
            </a:extLst>
          </p:cNvPr>
          <p:cNvSpPr/>
          <p:nvPr userDrawn="1"/>
        </p:nvSpPr>
        <p:spPr>
          <a:xfrm>
            <a:off x="14179339" y="7799572"/>
            <a:ext cx="1790700" cy="1790700"/>
          </a:xfrm>
          <a:prstGeom prst="roundRect">
            <a:avLst>
              <a:gd name="adj" fmla="val 4883"/>
            </a:avLst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>
                <a:solidFill>
                  <a:schemeClr val="tx2"/>
                </a:solidFill>
              </a:rPr>
              <a:t>#</a:t>
            </a:r>
          </a:p>
        </p:txBody>
      </p:sp>
      <p:sp>
        <p:nvSpPr>
          <p:cNvPr id="26" name="Holder 3">
            <a:extLst>
              <a:ext uri="{FF2B5EF4-FFF2-40B4-BE49-F238E27FC236}">
                <a16:creationId xmlns:a16="http://schemas.microsoft.com/office/drawing/2014/main" id="{9C005CB6-4F18-D26E-F95F-E84676E93107}"/>
              </a:ext>
            </a:extLst>
          </p:cNvPr>
          <p:cNvSpPr>
            <a:spLocks noGrp="1"/>
          </p:cNvSpPr>
          <p:nvPr>
            <p:ph type="body" idx="33" hasCustomPrompt="1"/>
          </p:nvPr>
        </p:nvSpPr>
        <p:spPr>
          <a:xfrm>
            <a:off x="16438196" y="8503914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800"/>
              </a:lnSpc>
              <a:defRPr sz="2800" b="0" i="0">
                <a:solidFill>
                  <a:schemeClr val="bg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Item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3662176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-Transi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bg object 17"/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0" y="11265"/>
            <a:ext cx="20104099" cy="1129808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65974E6-2DAC-AE5E-212D-D23385994A8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08874" y="255592"/>
            <a:ext cx="19486349" cy="10798166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4255470" y="5186510"/>
            <a:ext cx="11593156" cy="1701004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11000"/>
              </a:lnSpc>
              <a:defRPr sz="11000" b="0" i="0">
                <a:solidFill>
                  <a:schemeClr val="tx1"/>
                </a:solidFill>
                <a:latin typeface="Delight Medium" pitchFamily="2" charset="77"/>
                <a:cs typeface="Delight Medium" pitchFamily="2" charset="77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6" name="Holder 3">
            <a:extLst>
              <a:ext uri="{FF2B5EF4-FFF2-40B4-BE49-F238E27FC236}">
                <a16:creationId xmlns:a16="http://schemas.microsoft.com/office/drawing/2014/main" id="{05B7FC25-FD76-8528-9670-3C67F94EBFD1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9053726" y="4304730"/>
            <a:ext cx="1996643" cy="576258"/>
          </a:xfrm>
          <a:prstGeom prst="roundRect">
            <a:avLst/>
          </a:prstGeom>
          <a:solidFill>
            <a:schemeClr val="accent2"/>
          </a:solidFill>
          <a:ln w="31750">
            <a:solidFill>
              <a:schemeClr val="accent2"/>
            </a:solidFill>
          </a:ln>
          <a:effectLst>
            <a:softEdge rad="0"/>
          </a:effectLst>
        </p:spPr>
        <p:txBody>
          <a:bodyPr wrap="none" lIns="45720" tIns="91440" rIns="45720" bIns="91440" anchor="ctr" anchorCtr="1">
            <a:noAutofit/>
          </a:bodyPr>
          <a:lstStyle>
            <a:lvl1pPr algn="ctr">
              <a:lnSpc>
                <a:spcPts val="2800"/>
              </a:lnSpc>
              <a:defRPr sz="2000" b="0" i="0" kern="0" cap="all" spc="300" baseline="0">
                <a:solidFill>
                  <a:schemeClr val="bg1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Section #</a:t>
            </a:r>
          </a:p>
        </p:txBody>
      </p:sp>
    </p:spTree>
    <p:extLst>
      <p:ext uri="{BB962C8B-B14F-4D97-AF65-F5344CB8AC3E}">
        <p14:creationId xmlns:p14="http://schemas.microsoft.com/office/powerpoint/2010/main" val="25615553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ur 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44693" y="1750789"/>
            <a:ext cx="16317757" cy="2760886"/>
          </a:xfrm>
          <a:prstGeom prst="rect">
            <a:avLst/>
          </a:prstGeom>
        </p:spPr>
        <p:txBody>
          <a:bodyPr lIns="0" tIns="0" rIns="0" bIns="0" anchor="t"/>
          <a:lstStyle>
            <a:lvl1pPr>
              <a:lnSpc>
                <a:spcPts val="11200"/>
              </a:lnSpc>
              <a:defRPr sz="12000" b="0" i="0">
                <a:solidFill>
                  <a:schemeClr val="tx1"/>
                </a:solidFill>
                <a:latin typeface="Delight Medium"/>
                <a:cs typeface="Delight Medium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" name="Holder 3">
            <a:extLst>
              <a:ext uri="{FF2B5EF4-FFF2-40B4-BE49-F238E27FC236}">
                <a16:creationId xmlns:a16="http://schemas.microsoft.com/office/drawing/2014/main" id="{609FD37F-1F9A-0B13-CC57-F3A7F010E80B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744693" y="722784"/>
            <a:ext cx="544357" cy="512291"/>
          </a:xfrm>
          <a:prstGeom prst="roundRect">
            <a:avLst/>
          </a:prstGeom>
          <a:solidFill>
            <a:schemeClr val="accent2"/>
          </a:solidFill>
          <a:ln w="31750">
            <a:solidFill>
              <a:schemeClr val="accent2"/>
            </a:solidFill>
          </a:ln>
          <a:effectLst>
            <a:softEdge rad="0"/>
          </a:effectLst>
        </p:spPr>
        <p:txBody>
          <a:bodyPr wrap="none" lIns="45720" tIns="91440" rIns="45720" bIns="91440" anchor="ctr" anchorCtr="1">
            <a:noAutofit/>
          </a:bodyPr>
          <a:lstStyle>
            <a:lvl1pPr algn="ctr">
              <a:lnSpc>
                <a:spcPts val="2800"/>
              </a:lnSpc>
              <a:defRPr sz="2000" b="0" i="0" kern="0" cap="all" spc="300" baseline="0">
                <a:solidFill>
                  <a:schemeClr val="bg1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S#</a:t>
            </a:r>
          </a:p>
        </p:txBody>
      </p:sp>
      <p:sp>
        <p:nvSpPr>
          <p:cNvPr id="5" name="Holder 3">
            <a:extLst>
              <a:ext uri="{FF2B5EF4-FFF2-40B4-BE49-F238E27FC236}">
                <a16:creationId xmlns:a16="http://schemas.microsoft.com/office/drawing/2014/main" id="{6255E875-0480-5E3D-5165-DE8266E4BCD2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403350" y="701676"/>
            <a:ext cx="2743199" cy="533400"/>
          </a:xfrm>
          <a:prstGeom prst="roundRect">
            <a:avLst/>
          </a:prstGeom>
          <a:noFill/>
          <a:ln w="31750">
            <a:solidFill>
              <a:schemeClr val="accent5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2000" b="0" i="0" cap="all" spc="300" baseline="0">
                <a:solidFill>
                  <a:schemeClr val="accent6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 noProof="0"/>
              <a:t>Section name</a:t>
            </a:r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36B57680-2E7C-5E3A-5960-B4592A08B5B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8815050" y="10013950"/>
            <a:ext cx="571500" cy="517525"/>
          </a:xfrm>
          <a:prstGeom prst="roundRect">
            <a:avLst>
              <a:gd name="adj" fmla="val 2667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fld id="{481B4AAB-B4EA-D749-AC5F-B7E5E0E9920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Picture Placeholder 11">
            <a:extLst>
              <a:ext uri="{FF2B5EF4-FFF2-40B4-BE49-F238E27FC236}">
                <a16:creationId xmlns:a16="http://schemas.microsoft.com/office/drawing/2014/main" id="{44A785A1-950B-8C77-5E6A-01939DCEDD15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886323" y="4816475"/>
            <a:ext cx="2944812" cy="3848099"/>
          </a:xfrm>
          <a:prstGeom prst="roundRect">
            <a:avLst>
              <a:gd name="adj" fmla="val 3928"/>
            </a:avLst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4" name="Picture Placeholder 11">
            <a:extLst>
              <a:ext uri="{FF2B5EF4-FFF2-40B4-BE49-F238E27FC236}">
                <a16:creationId xmlns:a16="http://schemas.microsoft.com/office/drawing/2014/main" id="{2EB4CD6A-60E0-7874-92C3-2B8B65BC2513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744538" y="4816475"/>
            <a:ext cx="2944812" cy="3848099"/>
          </a:xfrm>
          <a:prstGeom prst="roundRect">
            <a:avLst>
              <a:gd name="adj" fmla="val 3928"/>
            </a:avLst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5" name="Picture Placeholder 11">
            <a:extLst>
              <a:ext uri="{FF2B5EF4-FFF2-40B4-BE49-F238E27FC236}">
                <a16:creationId xmlns:a16="http://schemas.microsoft.com/office/drawing/2014/main" id="{70ACE302-95B3-911F-AB83-273E008E5DB4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10169893" y="4816475"/>
            <a:ext cx="2944812" cy="3848099"/>
          </a:xfrm>
          <a:prstGeom prst="roundRect">
            <a:avLst>
              <a:gd name="adj" fmla="val 3928"/>
            </a:avLst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7" name="Picture Placeholder 11">
            <a:extLst>
              <a:ext uri="{FF2B5EF4-FFF2-40B4-BE49-F238E27FC236}">
                <a16:creationId xmlns:a16="http://schemas.microsoft.com/office/drawing/2014/main" id="{42C6BB06-0E8B-702B-4085-BF8215AAC548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7028108" y="4816475"/>
            <a:ext cx="2944812" cy="3848099"/>
          </a:xfrm>
          <a:prstGeom prst="roundRect">
            <a:avLst>
              <a:gd name="adj" fmla="val 3928"/>
            </a:avLst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8" name="Picture Placeholder 11">
            <a:extLst>
              <a:ext uri="{FF2B5EF4-FFF2-40B4-BE49-F238E27FC236}">
                <a16:creationId xmlns:a16="http://schemas.microsoft.com/office/drawing/2014/main" id="{73A66E9F-7C0F-B1DF-F5EF-43EB7FBDDF88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16453461" y="4816475"/>
            <a:ext cx="2944812" cy="3848099"/>
          </a:xfrm>
          <a:prstGeom prst="roundRect">
            <a:avLst>
              <a:gd name="adj" fmla="val 3928"/>
            </a:avLst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9" name="Picture Placeholder 11">
            <a:extLst>
              <a:ext uri="{FF2B5EF4-FFF2-40B4-BE49-F238E27FC236}">
                <a16:creationId xmlns:a16="http://schemas.microsoft.com/office/drawing/2014/main" id="{E25B2D14-543F-FB2C-CCCB-6BDBF377E441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13311678" y="4816475"/>
            <a:ext cx="2944812" cy="3848099"/>
          </a:xfrm>
          <a:prstGeom prst="roundRect">
            <a:avLst>
              <a:gd name="adj" fmla="val 3928"/>
            </a:avLst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0" name="Holder 3">
            <a:extLst>
              <a:ext uri="{FF2B5EF4-FFF2-40B4-BE49-F238E27FC236}">
                <a16:creationId xmlns:a16="http://schemas.microsoft.com/office/drawing/2014/main" id="{9E418B74-8E5F-9A17-57D1-E1763CBEBE3D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741964" y="8854058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2800"/>
              </a:lnSpc>
              <a:defRPr sz="2800" b="0" i="0">
                <a:solidFill>
                  <a:schemeClr val="tx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Name</a:t>
            </a:r>
            <a:endParaRPr/>
          </a:p>
        </p:txBody>
      </p:sp>
      <p:sp>
        <p:nvSpPr>
          <p:cNvPr id="21" name="Holder 3">
            <a:extLst>
              <a:ext uri="{FF2B5EF4-FFF2-40B4-BE49-F238E27FC236}">
                <a16:creationId xmlns:a16="http://schemas.microsoft.com/office/drawing/2014/main" id="{1F264448-CA6F-C43B-A1CE-FE78D413A732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3883749" y="8854058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2800"/>
              </a:lnSpc>
              <a:defRPr sz="2800" b="0" i="0">
                <a:solidFill>
                  <a:schemeClr val="tx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Name</a:t>
            </a:r>
            <a:endParaRPr/>
          </a:p>
        </p:txBody>
      </p:sp>
      <p:sp>
        <p:nvSpPr>
          <p:cNvPr id="22" name="Holder 3">
            <a:extLst>
              <a:ext uri="{FF2B5EF4-FFF2-40B4-BE49-F238E27FC236}">
                <a16:creationId xmlns:a16="http://schemas.microsoft.com/office/drawing/2014/main" id="{AB5A724C-73F9-0363-7489-306BD50D8D04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7025533" y="8854058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2800"/>
              </a:lnSpc>
              <a:defRPr sz="2800" b="0" i="0">
                <a:solidFill>
                  <a:schemeClr val="tx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Name</a:t>
            </a:r>
            <a:endParaRPr/>
          </a:p>
        </p:txBody>
      </p:sp>
      <p:sp>
        <p:nvSpPr>
          <p:cNvPr id="23" name="Holder 3">
            <a:extLst>
              <a:ext uri="{FF2B5EF4-FFF2-40B4-BE49-F238E27FC236}">
                <a16:creationId xmlns:a16="http://schemas.microsoft.com/office/drawing/2014/main" id="{2154B34E-ECD4-73B9-B325-D58CEB385D47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10167318" y="8854058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2800"/>
              </a:lnSpc>
              <a:defRPr sz="2800" b="0" i="0">
                <a:solidFill>
                  <a:schemeClr val="tx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Name</a:t>
            </a:r>
            <a:endParaRPr/>
          </a:p>
        </p:txBody>
      </p:sp>
      <p:sp>
        <p:nvSpPr>
          <p:cNvPr id="24" name="Holder 3">
            <a:extLst>
              <a:ext uri="{FF2B5EF4-FFF2-40B4-BE49-F238E27FC236}">
                <a16:creationId xmlns:a16="http://schemas.microsoft.com/office/drawing/2014/main" id="{43B8CAE3-21D2-8123-547B-CBB7EA334720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13309102" y="8854058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2800"/>
              </a:lnSpc>
              <a:defRPr sz="2800" b="0" i="0">
                <a:solidFill>
                  <a:schemeClr val="tx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Name</a:t>
            </a:r>
            <a:endParaRPr/>
          </a:p>
        </p:txBody>
      </p:sp>
      <p:sp>
        <p:nvSpPr>
          <p:cNvPr id="25" name="Holder 3">
            <a:extLst>
              <a:ext uri="{FF2B5EF4-FFF2-40B4-BE49-F238E27FC236}">
                <a16:creationId xmlns:a16="http://schemas.microsoft.com/office/drawing/2014/main" id="{19B10D4D-8F9D-DD06-1735-1514DCD73278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16450887" y="8854058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2800"/>
              </a:lnSpc>
              <a:defRPr sz="2800" b="0" i="0">
                <a:solidFill>
                  <a:schemeClr val="tx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Name</a:t>
            </a:r>
            <a:endParaRPr/>
          </a:p>
        </p:txBody>
      </p:sp>
      <p:sp>
        <p:nvSpPr>
          <p:cNvPr id="26" name="Holder 3">
            <a:extLst>
              <a:ext uri="{FF2B5EF4-FFF2-40B4-BE49-F238E27FC236}">
                <a16:creationId xmlns:a16="http://schemas.microsoft.com/office/drawing/2014/main" id="{FE34137D-ACAD-06D0-CE12-5391A7401E3A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1079560" y="9273158"/>
            <a:ext cx="2269620" cy="382016"/>
          </a:xfrm>
          <a:prstGeom prst="roundRect">
            <a:avLst/>
          </a:prstGeom>
          <a:noFill/>
          <a:ln w="31750">
            <a:solidFill>
              <a:schemeClr val="tx2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1400" b="1" i="0" cap="all" spc="150" baseline="0">
                <a:solidFill>
                  <a:schemeClr val="tx2"/>
                </a:solidFill>
                <a:latin typeface="Delight Semi Bold" pitchFamily="2" charset="77"/>
                <a:cs typeface="Arial"/>
              </a:defRPr>
            </a:lvl1pPr>
          </a:lstStyle>
          <a:p>
            <a:r>
              <a:rPr lang="en-US" noProof="0"/>
              <a:t>Title/Role</a:t>
            </a:r>
          </a:p>
        </p:txBody>
      </p:sp>
      <p:sp>
        <p:nvSpPr>
          <p:cNvPr id="27" name="Holder 3">
            <a:extLst>
              <a:ext uri="{FF2B5EF4-FFF2-40B4-BE49-F238E27FC236}">
                <a16:creationId xmlns:a16="http://schemas.microsoft.com/office/drawing/2014/main" id="{FBAB60A6-0E50-C96F-04E2-DDB8405119C4}"/>
              </a:ext>
            </a:extLst>
          </p:cNvPr>
          <p:cNvSpPr>
            <a:spLocks noGrp="1"/>
          </p:cNvSpPr>
          <p:nvPr>
            <p:ph type="body" idx="32" hasCustomPrompt="1"/>
          </p:nvPr>
        </p:nvSpPr>
        <p:spPr>
          <a:xfrm>
            <a:off x="4221345" y="9273158"/>
            <a:ext cx="2269620" cy="382016"/>
          </a:xfrm>
          <a:prstGeom prst="roundRect">
            <a:avLst/>
          </a:prstGeom>
          <a:noFill/>
          <a:ln w="31750">
            <a:solidFill>
              <a:schemeClr val="tx2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1400" b="1" i="0" cap="all" spc="150" baseline="0">
                <a:solidFill>
                  <a:schemeClr val="tx2"/>
                </a:solidFill>
                <a:latin typeface="Delight Semi Bold" pitchFamily="2" charset="77"/>
                <a:cs typeface="Arial"/>
              </a:defRPr>
            </a:lvl1pPr>
          </a:lstStyle>
          <a:p>
            <a:r>
              <a:rPr lang="en-US" noProof="0"/>
              <a:t>Title/Role</a:t>
            </a:r>
          </a:p>
        </p:txBody>
      </p:sp>
      <p:sp>
        <p:nvSpPr>
          <p:cNvPr id="28" name="Holder 3">
            <a:extLst>
              <a:ext uri="{FF2B5EF4-FFF2-40B4-BE49-F238E27FC236}">
                <a16:creationId xmlns:a16="http://schemas.microsoft.com/office/drawing/2014/main" id="{EEFA4546-85D7-FC0B-F300-41A78A6A0AB1}"/>
              </a:ext>
            </a:extLst>
          </p:cNvPr>
          <p:cNvSpPr>
            <a:spLocks noGrp="1"/>
          </p:cNvSpPr>
          <p:nvPr>
            <p:ph type="body" idx="33" hasCustomPrompt="1"/>
          </p:nvPr>
        </p:nvSpPr>
        <p:spPr>
          <a:xfrm>
            <a:off x="7363129" y="9273158"/>
            <a:ext cx="2269620" cy="382016"/>
          </a:xfrm>
          <a:prstGeom prst="roundRect">
            <a:avLst/>
          </a:prstGeom>
          <a:noFill/>
          <a:ln w="31750">
            <a:solidFill>
              <a:schemeClr val="tx2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1400" b="1" i="0" cap="all" spc="150" baseline="0">
                <a:solidFill>
                  <a:schemeClr val="tx2"/>
                </a:solidFill>
                <a:latin typeface="Delight Semi Bold" pitchFamily="2" charset="77"/>
                <a:cs typeface="Arial"/>
              </a:defRPr>
            </a:lvl1pPr>
          </a:lstStyle>
          <a:p>
            <a:r>
              <a:rPr lang="en-US" noProof="0"/>
              <a:t>Title/Role</a:t>
            </a:r>
          </a:p>
        </p:txBody>
      </p:sp>
      <p:sp>
        <p:nvSpPr>
          <p:cNvPr id="29" name="Holder 3">
            <a:extLst>
              <a:ext uri="{FF2B5EF4-FFF2-40B4-BE49-F238E27FC236}">
                <a16:creationId xmlns:a16="http://schemas.microsoft.com/office/drawing/2014/main" id="{03898B82-DD93-74CE-6D15-3F13CA7B2E68}"/>
              </a:ext>
            </a:extLst>
          </p:cNvPr>
          <p:cNvSpPr>
            <a:spLocks noGrp="1"/>
          </p:cNvSpPr>
          <p:nvPr>
            <p:ph type="body" idx="34" hasCustomPrompt="1"/>
          </p:nvPr>
        </p:nvSpPr>
        <p:spPr>
          <a:xfrm>
            <a:off x="10504914" y="9273158"/>
            <a:ext cx="2269620" cy="382016"/>
          </a:xfrm>
          <a:prstGeom prst="roundRect">
            <a:avLst/>
          </a:prstGeom>
          <a:noFill/>
          <a:ln w="31750">
            <a:solidFill>
              <a:schemeClr val="tx2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1400" b="1" i="0" cap="all" spc="150" baseline="0">
                <a:solidFill>
                  <a:schemeClr val="tx2"/>
                </a:solidFill>
                <a:latin typeface="Delight Semi Bold" pitchFamily="2" charset="77"/>
                <a:cs typeface="Arial"/>
              </a:defRPr>
            </a:lvl1pPr>
          </a:lstStyle>
          <a:p>
            <a:r>
              <a:rPr lang="en-US" noProof="0"/>
              <a:t>Title/Role</a:t>
            </a:r>
          </a:p>
        </p:txBody>
      </p:sp>
      <p:sp>
        <p:nvSpPr>
          <p:cNvPr id="30" name="Holder 3">
            <a:extLst>
              <a:ext uri="{FF2B5EF4-FFF2-40B4-BE49-F238E27FC236}">
                <a16:creationId xmlns:a16="http://schemas.microsoft.com/office/drawing/2014/main" id="{099ECA2E-429A-280F-5DFB-9263E8697DF1}"/>
              </a:ext>
            </a:extLst>
          </p:cNvPr>
          <p:cNvSpPr>
            <a:spLocks noGrp="1"/>
          </p:cNvSpPr>
          <p:nvPr>
            <p:ph type="body" idx="35" hasCustomPrompt="1"/>
          </p:nvPr>
        </p:nvSpPr>
        <p:spPr>
          <a:xfrm>
            <a:off x="13646698" y="9273158"/>
            <a:ext cx="2269620" cy="382016"/>
          </a:xfrm>
          <a:prstGeom prst="roundRect">
            <a:avLst/>
          </a:prstGeom>
          <a:noFill/>
          <a:ln w="31750">
            <a:solidFill>
              <a:schemeClr val="tx2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1400" b="1" i="0" cap="all" spc="150" baseline="0">
                <a:solidFill>
                  <a:schemeClr val="tx2"/>
                </a:solidFill>
                <a:latin typeface="Delight Semi Bold" pitchFamily="2" charset="77"/>
                <a:cs typeface="Arial"/>
              </a:defRPr>
            </a:lvl1pPr>
          </a:lstStyle>
          <a:p>
            <a:r>
              <a:rPr lang="en-US" noProof="0"/>
              <a:t>Title/Role</a:t>
            </a:r>
          </a:p>
        </p:txBody>
      </p:sp>
      <p:sp>
        <p:nvSpPr>
          <p:cNvPr id="31" name="Holder 3">
            <a:extLst>
              <a:ext uri="{FF2B5EF4-FFF2-40B4-BE49-F238E27FC236}">
                <a16:creationId xmlns:a16="http://schemas.microsoft.com/office/drawing/2014/main" id="{C22C5E4D-2DAA-B000-969B-561E453EA17E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16788483" y="9273158"/>
            <a:ext cx="2269620" cy="382016"/>
          </a:xfrm>
          <a:prstGeom prst="roundRect">
            <a:avLst/>
          </a:prstGeom>
          <a:noFill/>
          <a:ln w="31750">
            <a:solidFill>
              <a:schemeClr val="tx2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1400" b="1" i="0" cap="all" spc="150" baseline="0">
                <a:solidFill>
                  <a:schemeClr val="tx2"/>
                </a:solidFill>
                <a:latin typeface="Delight Semi Bold" pitchFamily="2" charset="77"/>
                <a:cs typeface="Arial"/>
              </a:defRPr>
            </a:lvl1pPr>
          </a:lstStyle>
          <a:p>
            <a:r>
              <a:rPr lang="en-US" noProof="0"/>
              <a:t>Title/Role</a:t>
            </a:r>
          </a:p>
        </p:txBody>
      </p:sp>
    </p:spTree>
    <p:extLst>
      <p:ext uri="{BB962C8B-B14F-4D97-AF65-F5344CB8AC3E}">
        <p14:creationId xmlns:p14="http://schemas.microsoft.com/office/powerpoint/2010/main" val="28269959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44693" y="4936506"/>
            <a:ext cx="6983257" cy="908669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ts val="7200"/>
              </a:lnSpc>
              <a:defRPr sz="9000" b="0" i="0">
                <a:solidFill>
                  <a:schemeClr val="tx1"/>
                </a:solidFill>
                <a:latin typeface="Delight Medium"/>
                <a:cs typeface="Delight Medium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741964" y="6502042"/>
            <a:ext cx="6985326" cy="329514"/>
          </a:xfrm>
          <a:prstGeom prst="rect">
            <a:avLst/>
          </a:prstGeom>
        </p:spPr>
        <p:txBody>
          <a:bodyPr lIns="0" tIns="0" rIns="0" bIns="0"/>
          <a:lstStyle>
            <a:lvl1pPr algn="just">
              <a:lnSpc>
                <a:spcPts val="2800"/>
              </a:lnSpc>
              <a:defRPr sz="1800" b="0" i="0">
                <a:solidFill>
                  <a:schemeClr val="accent6"/>
                </a:solidFill>
                <a:latin typeface="Delight Regular" pitchFamily="2" charset="77"/>
                <a:cs typeface="Arial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Holder 3">
            <a:extLst>
              <a:ext uri="{FF2B5EF4-FFF2-40B4-BE49-F238E27FC236}">
                <a16:creationId xmlns:a16="http://schemas.microsoft.com/office/drawing/2014/main" id="{F3DD9A05-AE8A-9AC6-1A42-A4FEDCB0A67D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744693" y="3504083"/>
            <a:ext cx="544357" cy="512291"/>
          </a:xfrm>
          <a:prstGeom prst="roundRect">
            <a:avLst/>
          </a:prstGeom>
          <a:solidFill>
            <a:schemeClr val="accent2"/>
          </a:solidFill>
          <a:ln w="31750">
            <a:solidFill>
              <a:schemeClr val="accent2"/>
            </a:solidFill>
          </a:ln>
          <a:effectLst>
            <a:softEdge rad="0"/>
          </a:effectLst>
        </p:spPr>
        <p:txBody>
          <a:bodyPr wrap="none" lIns="45720" tIns="91440" rIns="45720" bIns="91440" anchor="ctr" anchorCtr="1">
            <a:noAutofit/>
          </a:bodyPr>
          <a:lstStyle>
            <a:lvl1pPr algn="ctr">
              <a:lnSpc>
                <a:spcPts val="2800"/>
              </a:lnSpc>
              <a:defRPr sz="2000" b="0" i="0" kern="0" cap="all" spc="300" baseline="0">
                <a:solidFill>
                  <a:schemeClr val="bg1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S#</a:t>
            </a:r>
          </a:p>
        </p:txBody>
      </p:sp>
      <p:sp>
        <p:nvSpPr>
          <p:cNvPr id="10" name="Holder 3">
            <a:extLst>
              <a:ext uri="{FF2B5EF4-FFF2-40B4-BE49-F238E27FC236}">
                <a16:creationId xmlns:a16="http://schemas.microsoft.com/office/drawing/2014/main" id="{342CE527-A21D-AAF0-2D13-7D2C7EBE10A9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403350" y="3482975"/>
            <a:ext cx="2743199" cy="533400"/>
          </a:xfrm>
          <a:prstGeom prst="roundRect">
            <a:avLst/>
          </a:prstGeom>
          <a:noFill/>
          <a:ln w="31750">
            <a:solidFill>
              <a:schemeClr val="accent5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2000" b="0" i="0" cap="all" spc="300" baseline="0">
                <a:solidFill>
                  <a:schemeClr val="accent6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 noProof="0"/>
              <a:t>Section name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3749675"/>
            <a:ext cx="20104100" cy="7559040"/>
          </a:xfrm>
          <a:custGeom>
            <a:avLst/>
            <a:gdLst/>
            <a:ahLst/>
            <a:cxnLst/>
            <a:rect l="l" t="t" r="r" b="b"/>
            <a:pathLst>
              <a:path w="20104100" h="11308715">
                <a:moveTo>
                  <a:pt x="20104099" y="0"/>
                </a:moveTo>
                <a:lnTo>
                  <a:pt x="0" y="0"/>
                </a:lnTo>
                <a:lnTo>
                  <a:pt x="0" y="11308556"/>
                </a:lnTo>
                <a:lnTo>
                  <a:pt x="20104099" y="11308556"/>
                </a:lnTo>
                <a:lnTo>
                  <a:pt x="20104099" y="0"/>
                </a:lnTo>
                <a:close/>
              </a:path>
            </a:pathLst>
          </a:custGeom>
          <a:blipFill dpi="0" rotWithShape="0">
            <a:blip r:embed="rId2"/>
            <a:srcRect/>
            <a:stretch>
              <a:fillRect/>
            </a:stretch>
          </a:blipFill>
        </p:spPr>
        <p:txBody>
          <a:bodyPr wrap="none" lIns="0" tIns="0" rIns="0" bIns="0" rtlCol="0"/>
          <a:lstStyle/>
          <a:p>
            <a:endParaRPr/>
          </a:p>
        </p:txBody>
      </p:sp>
      <p:sp>
        <p:nvSpPr>
          <p:cNvPr id="4" name="Holder 2">
            <a:extLst>
              <a:ext uri="{FF2B5EF4-FFF2-40B4-BE49-F238E27FC236}">
                <a16:creationId xmlns:a16="http://schemas.microsoft.com/office/drawing/2014/main" id="{24F22982-C7A9-20ED-6AC5-4916666381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4693" y="1750789"/>
            <a:ext cx="16317757" cy="1617886"/>
          </a:xfrm>
          <a:prstGeom prst="rect">
            <a:avLst/>
          </a:prstGeom>
        </p:spPr>
        <p:txBody>
          <a:bodyPr lIns="0" tIns="0" rIns="0" bIns="0" anchor="t"/>
          <a:lstStyle>
            <a:lvl1pPr>
              <a:lnSpc>
                <a:spcPts val="11200"/>
              </a:lnSpc>
              <a:defRPr sz="12000" b="0" i="0">
                <a:solidFill>
                  <a:schemeClr val="tx1"/>
                </a:solidFill>
                <a:latin typeface="Delight Medium"/>
                <a:cs typeface="Delight Medium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5" name="Holder 3">
            <a:extLst>
              <a:ext uri="{FF2B5EF4-FFF2-40B4-BE49-F238E27FC236}">
                <a16:creationId xmlns:a16="http://schemas.microsoft.com/office/drawing/2014/main" id="{CA6491BE-8854-7189-828D-5C72467E103B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744693" y="722784"/>
            <a:ext cx="544357" cy="512291"/>
          </a:xfrm>
          <a:prstGeom prst="roundRect">
            <a:avLst/>
          </a:prstGeom>
          <a:solidFill>
            <a:schemeClr val="accent2"/>
          </a:solidFill>
          <a:ln w="28575">
            <a:solidFill>
              <a:schemeClr val="accent2"/>
            </a:solidFill>
          </a:ln>
          <a:effectLst>
            <a:softEdge rad="0"/>
          </a:effectLst>
        </p:spPr>
        <p:txBody>
          <a:bodyPr wrap="none" lIns="45720" tIns="91440" rIns="45720" bIns="91440" anchor="ctr" anchorCtr="1">
            <a:noAutofit/>
          </a:bodyPr>
          <a:lstStyle>
            <a:lvl1pPr algn="ctr">
              <a:lnSpc>
                <a:spcPts val="2800"/>
              </a:lnSpc>
              <a:defRPr sz="2000" b="0" i="0" kern="0" cap="all" spc="300" baseline="0">
                <a:solidFill>
                  <a:schemeClr val="bg1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S#</a:t>
            </a:r>
          </a:p>
        </p:txBody>
      </p:sp>
      <p:sp>
        <p:nvSpPr>
          <p:cNvPr id="18" name="Holder 3">
            <a:extLst>
              <a:ext uri="{FF2B5EF4-FFF2-40B4-BE49-F238E27FC236}">
                <a16:creationId xmlns:a16="http://schemas.microsoft.com/office/drawing/2014/main" id="{64D7073E-CD35-2745-71B7-D4F04DEC22BB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441450" y="701676"/>
            <a:ext cx="2743199" cy="533400"/>
          </a:xfrm>
          <a:prstGeom prst="roundRect">
            <a:avLst/>
          </a:prstGeom>
          <a:noFill/>
          <a:ln w="28575">
            <a:solidFill>
              <a:schemeClr val="accent5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2000" b="0" i="0" cap="all" spc="300" baseline="0">
                <a:solidFill>
                  <a:schemeClr val="accent6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 noProof="0"/>
              <a:t>Section name</a:t>
            </a:r>
          </a:p>
        </p:txBody>
      </p:sp>
      <p:sp>
        <p:nvSpPr>
          <p:cNvPr id="20" name="Slide Number Placeholder 15">
            <a:extLst>
              <a:ext uri="{FF2B5EF4-FFF2-40B4-BE49-F238E27FC236}">
                <a16:creationId xmlns:a16="http://schemas.microsoft.com/office/drawing/2014/main" id="{8AE1BC8D-BE96-7269-7ECB-3D596DC5002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8815050" y="10013950"/>
            <a:ext cx="571500" cy="517525"/>
          </a:xfrm>
          <a:prstGeom prst="roundRect">
            <a:avLst>
              <a:gd name="adj" fmla="val 2667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fld id="{481B4AAB-B4EA-D749-AC5F-B7E5E0E9920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Footer Placeholder 3">
            <a:extLst>
              <a:ext uri="{FF2B5EF4-FFF2-40B4-BE49-F238E27FC236}">
                <a16:creationId xmlns:a16="http://schemas.microsoft.com/office/drawing/2014/main" id="{3210F118-55CD-500F-F228-601C33A88E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44281" y="10531475"/>
            <a:ext cx="10015538" cy="601662"/>
          </a:xfrm>
        </p:spPr>
        <p:txBody>
          <a:bodyPr/>
          <a:lstStyle>
            <a:lvl1pPr>
              <a:defRPr sz="1600">
                <a:solidFill>
                  <a:srgbClr val="FFFFFF"/>
                </a:solidFill>
                <a:latin typeface="Aptos" panose="020B0004020202020204" pitchFamily="34" charset="0"/>
              </a:defRPr>
            </a:lvl1pPr>
          </a:lstStyle>
          <a:p>
            <a:endParaRPr lang="en-US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92628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8672356" y="3280434"/>
            <a:ext cx="10714193" cy="2362200"/>
          </a:xfrm>
          <a:prstGeom prst="rect">
            <a:avLst/>
          </a:prstGeom>
        </p:spPr>
        <p:txBody>
          <a:bodyPr lIns="0" tIns="0" rIns="0" bIns="0" anchor="t" anchorCtr="0"/>
          <a:lstStyle>
            <a:lvl1pPr>
              <a:lnSpc>
                <a:spcPts val="7200"/>
              </a:lnSpc>
              <a:defRPr sz="7200" b="0" i="0">
                <a:solidFill>
                  <a:schemeClr val="tx1"/>
                </a:solidFill>
                <a:latin typeface="Delight Medium"/>
                <a:cs typeface="Delight Medium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5" name="Slide Number Placeholder 15">
            <a:extLst>
              <a:ext uri="{FF2B5EF4-FFF2-40B4-BE49-F238E27FC236}">
                <a16:creationId xmlns:a16="http://schemas.microsoft.com/office/drawing/2014/main" id="{4063FE08-DDBA-ABDB-766E-51E600C04D6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8815050" y="10013950"/>
            <a:ext cx="571500" cy="517525"/>
          </a:xfrm>
          <a:prstGeom prst="roundRect">
            <a:avLst>
              <a:gd name="adj" fmla="val 2667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fld id="{481B4AAB-B4EA-D749-AC5F-B7E5E0E9920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Holder 3">
            <a:extLst>
              <a:ext uri="{FF2B5EF4-FFF2-40B4-BE49-F238E27FC236}">
                <a16:creationId xmlns:a16="http://schemas.microsoft.com/office/drawing/2014/main" id="{47A53557-AE03-2084-6047-D3D9E2E59DAF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8642350" y="2429071"/>
            <a:ext cx="544357" cy="512291"/>
          </a:xfrm>
          <a:prstGeom prst="roundRect">
            <a:avLst/>
          </a:prstGeom>
          <a:solidFill>
            <a:schemeClr val="accent2"/>
          </a:solidFill>
          <a:ln w="31750">
            <a:solidFill>
              <a:schemeClr val="accent2"/>
            </a:solidFill>
          </a:ln>
          <a:effectLst>
            <a:softEdge rad="0"/>
          </a:effectLst>
        </p:spPr>
        <p:txBody>
          <a:bodyPr wrap="none" lIns="45720" tIns="91440" rIns="45720" bIns="91440" anchor="ctr" anchorCtr="1">
            <a:noAutofit/>
          </a:bodyPr>
          <a:lstStyle>
            <a:lvl1pPr algn="ctr">
              <a:lnSpc>
                <a:spcPts val="2800"/>
              </a:lnSpc>
              <a:defRPr sz="2000" b="0" i="0" kern="0" cap="all" spc="300" baseline="0">
                <a:solidFill>
                  <a:schemeClr val="bg1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S#</a:t>
            </a:r>
          </a:p>
        </p:txBody>
      </p:sp>
      <p:sp>
        <p:nvSpPr>
          <p:cNvPr id="6" name="Holder 3">
            <a:extLst>
              <a:ext uri="{FF2B5EF4-FFF2-40B4-BE49-F238E27FC236}">
                <a16:creationId xmlns:a16="http://schemas.microsoft.com/office/drawing/2014/main" id="{DE177557-72B5-0B7D-5C61-39F7D1205775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9301007" y="2407963"/>
            <a:ext cx="2743199" cy="533400"/>
          </a:xfrm>
          <a:prstGeom prst="roundRect">
            <a:avLst/>
          </a:prstGeom>
          <a:noFill/>
          <a:ln w="31750">
            <a:solidFill>
              <a:schemeClr val="accent5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2000" b="0" i="0" cap="all" spc="300" baseline="0">
                <a:solidFill>
                  <a:schemeClr val="accent6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 noProof="0"/>
              <a:t>Section name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6E0848FF-CDF3-C3CC-36EC-611638477ECE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724616" y="2407964"/>
            <a:ext cx="7460534" cy="6154332"/>
          </a:xfrm>
          <a:prstGeom prst="roundRect">
            <a:avLst>
              <a:gd name="adj" fmla="val 2427"/>
            </a:avLst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9" name="Holder 3">
            <a:extLst>
              <a:ext uri="{FF2B5EF4-FFF2-40B4-BE49-F238E27FC236}">
                <a16:creationId xmlns:a16="http://schemas.microsoft.com/office/drawing/2014/main" id="{F0DC79B5-FB6E-6753-9A09-F18B49FABC18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8666006" y="7731770"/>
            <a:ext cx="3371851" cy="830533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300"/>
              </a:lnSpc>
              <a:defRPr sz="1600" b="0" i="0" spc="50" baseline="0">
                <a:solidFill>
                  <a:schemeClr val="accent6"/>
                </a:solidFill>
                <a:latin typeface="Delight Regular" pitchFamily="2" charset="77"/>
                <a:cs typeface="Arial"/>
              </a:defRPr>
            </a:lvl1pPr>
          </a:lstStyle>
          <a:p>
            <a:r>
              <a:rPr lang="en-US"/>
              <a:t>The right partner anticipates your needs and remains engaged beyond go-live.</a:t>
            </a:r>
            <a:endParaRPr/>
          </a:p>
        </p:txBody>
      </p:sp>
      <p:sp>
        <p:nvSpPr>
          <p:cNvPr id="10" name="Holder 3">
            <a:extLst>
              <a:ext uri="{FF2B5EF4-FFF2-40B4-BE49-F238E27FC236}">
                <a16:creationId xmlns:a16="http://schemas.microsoft.com/office/drawing/2014/main" id="{35A4B8CD-2206-BF17-16E0-300313D9676F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8672357" y="7334250"/>
            <a:ext cx="3345734" cy="339725"/>
          </a:xfrm>
          <a:prstGeom prst="rect">
            <a:avLst/>
          </a:prstGeom>
          <a:noFill/>
          <a:ln w="28575">
            <a:noFill/>
          </a:ln>
          <a:effectLst>
            <a:softEdge rad="0"/>
          </a:effectLst>
        </p:spPr>
        <p:txBody>
          <a:bodyPr wrap="none" lIns="0" tIns="0" rIns="0" bIns="0" anchor="ctr" anchorCtr="0">
            <a:noAutofit/>
          </a:bodyPr>
          <a:lstStyle>
            <a:lvl1pPr algn="l">
              <a:lnSpc>
                <a:spcPts val="2800"/>
              </a:lnSpc>
              <a:defRPr sz="1200" b="1" i="0" cap="all" spc="300" baseline="0">
                <a:solidFill>
                  <a:schemeClr val="accent6"/>
                </a:solidFill>
                <a:latin typeface="Delight Semi Bold" pitchFamily="2" charset="77"/>
                <a:cs typeface="Arial"/>
              </a:defRPr>
            </a:lvl1pPr>
          </a:lstStyle>
          <a:p>
            <a:r>
              <a:rPr lang="en-US" noProof="0"/>
              <a:t>Point 01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7F6CB32-0F57-875F-B6E6-5A7D926912AD}"/>
              </a:ext>
            </a:extLst>
          </p:cNvPr>
          <p:cNvCxnSpPr>
            <a:cxnSpLocks/>
          </p:cNvCxnSpPr>
          <p:nvPr userDrawn="1"/>
        </p:nvCxnSpPr>
        <p:spPr>
          <a:xfrm>
            <a:off x="8666007" y="6988175"/>
            <a:ext cx="10720543" cy="0"/>
          </a:xfrm>
          <a:prstGeom prst="line">
            <a:avLst/>
          </a:prstGeom>
          <a:ln w="28575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Holder 3">
            <a:extLst>
              <a:ext uri="{FF2B5EF4-FFF2-40B4-BE49-F238E27FC236}">
                <a16:creationId xmlns:a16="http://schemas.microsoft.com/office/drawing/2014/main" id="{5A52CAFA-01C6-C31D-2C9D-13CA6660AFE0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12342655" y="7731770"/>
            <a:ext cx="3371851" cy="830533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300"/>
              </a:lnSpc>
              <a:defRPr sz="1600" b="0" i="0" spc="50" baseline="0">
                <a:solidFill>
                  <a:schemeClr val="accent6"/>
                </a:solidFill>
                <a:latin typeface="Delight Regular" pitchFamily="2" charset="77"/>
                <a:cs typeface="Arial"/>
              </a:defRPr>
            </a:lvl1pPr>
          </a:lstStyle>
          <a:p>
            <a:r>
              <a:rPr lang="en-US"/>
              <a:t>The right partner anticipates your needs and remains engaged beyond go-live.</a:t>
            </a:r>
            <a:endParaRPr/>
          </a:p>
        </p:txBody>
      </p:sp>
      <p:sp>
        <p:nvSpPr>
          <p:cNvPr id="7" name="Holder 3">
            <a:extLst>
              <a:ext uri="{FF2B5EF4-FFF2-40B4-BE49-F238E27FC236}">
                <a16:creationId xmlns:a16="http://schemas.microsoft.com/office/drawing/2014/main" id="{EA5AAD78-A9A9-AC5C-DB63-E3ECE3225BC6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12349006" y="7334250"/>
            <a:ext cx="3345734" cy="339725"/>
          </a:xfrm>
          <a:prstGeom prst="rect">
            <a:avLst/>
          </a:prstGeom>
          <a:noFill/>
          <a:ln w="28575">
            <a:noFill/>
          </a:ln>
          <a:effectLst>
            <a:softEdge rad="0"/>
          </a:effectLst>
        </p:spPr>
        <p:txBody>
          <a:bodyPr wrap="none" lIns="0" tIns="0" rIns="0" bIns="0" anchor="ctr" anchorCtr="0">
            <a:noAutofit/>
          </a:bodyPr>
          <a:lstStyle>
            <a:lvl1pPr algn="l">
              <a:lnSpc>
                <a:spcPts val="2800"/>
              </a:lnSpc>
              <a:defRPr sz="1200" b="1" i="0" cap="all" spc="300" baseline="0">
                <a:solidFill>
                  <a:schemeClr val="accent6"/>
                </a:solidFill>
                <a:latin typeface="Delight Semi Bold" pitchFamily="2" charset="77"/>
                <a:cs typeface="Arial"/>
              </a:defRPr>
            </a:lvl1pPr>
          </a:lstStyle>
          <a:p>
            <a:r>
              <a:rPr lang="en-US" noProof="0"/>
              <a:t>Point 02</a:t>
            </a:r>
          </a:p>
        </p:txBody>
      </p:sp>
      <p:sp>
        <p:nvSpPr>
          <p:cNvPr id="11" name="Holder 3">
            <a:extLst>
              <a:ext uri="{FF2B5EF4-FFF2-40B4-BE49-F238E27FC236}">
                <a16:creationId xmlns:a16="http://schemas.microsoft.com/office/drawing/2014/main" id="{F8483C8D-121F-7158-C0DE-431C181DBBB7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16032006" y="7731770"/>
            <a:ext cx="3371851" cy="830533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300"/>
              </a:lnSpc>
              <a:defRPr sz="1600" b="0" i="0" spc="50" baseline="0">
                <a:solidFill>
                  <a:schemeClr val="accent6"/>
                </a:solidFill>
                <a:latin typeface="Delight Regular" pitchFamily="2" charset="77"/>
                <a:cs typeface="Arial"/>
              </a:defRPr>
            </a:lvl1pPr>
          </a:lstStyle>
          <a:p>
            <a:r>
              <a:rPr lang="en-US"/>
              <a:t>The right partner anticipates your needs and remains engaged beyond go-live.</a:t>
            </a:r>
            <a:endParaRPr/>
          </a:p>
        </p:txBody>
      </p:sp>
      <p:sp>
        <p:nvSpPr>
          <p:cNvPr id="12" name="Holder 3">
            <a:extLst>
              <a:ext uri="{FF2B5EF4-FFF2-40B4-BE49-F238E27FC236}">
                <a16:creationId xmlns:a16="http://schemas.microsoft.com/office/drawing/2014/main" id="{8484FB8D-31B9-69BC-D174-965C8ABDB1ED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16038357" y="7334250"/>
            <a:ext cx="3345734" cy="339725"/>
          </a:xfrm>
          <a:prstGeom prst="rect">
            <a:avLst/>
          </a:prstGeom>
          <a:noFill/>
          <a:ln w="28575">
            <a:noFill/>
          </a:ln>
          <a:effectLst>
            <a:softEdge rad="0"/>
          </a:effectLst>
        </p:spPr>
        <p:txBody>
          <a:bodyPr wrap="none" lIns="0" tIns="0" rIns="0" bIns="0" anchor="ctr" anchorCtr="0">
            <a:noAutofit/>
          </a:bodyPr>
          <a:lstStyle>
            <a:lvl1pPr algn="l">
              <a:lnSpc>
                <a:spcPts val="2800"/>
              </a:lnSpc>
              <a:defRPr sz="1200" b="1" i="0" cap="all" spc="300" baseline="0">
                <a:solidFill>
                  <a:schemeClr val="accent6"/>
                </a:solidFill>
                <a:latin typeface="Delight Semi Bold" pitchFamily="2" charset="77"/>
                <a:cs typeface="Arial"/>
              </a:defRPr>
            </a:lvl1pPr>
          </a:lstStyle>
          <a:p>
            <a:r>
              <a:rPr lang="en-US" noProof="0"/>
              <a:t>Point 03</a:t>
            </a:r>
          </a:p>
        </p:txBody>
      </p:sp>
    </p:spTree>
    <p:extLst>
      <p:ext uri="{BB962C8B-B14F-4D97-AF65-F5344CB8AC3E}">
        <p14:creationId xmlns:p14="http://schemas.microsoft.com/office/powerpoint/2010/main" val="4097486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44693" y="4936506"/>
            <a:ext cx="6983257" cy="908669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ts val="7200"/>
              </a:lnSpc>
              <a:defRPr sz="9000" b="0" i="0">
                <a:solidFill>
                  <a:schemeClr val="tx1"/>
                </a:solidFill>
                <a:latin typeface="Delight Medium"/>
                <a:cs typeface="Delight Medium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741964" y="6502042"/>
            <a:ext cx="6985326" cy="329514"/>
          </a:xfrm>
          <a:prstGeom prst="rect">
            <a:avLst/>
          </a:prstGeom>
        </p:spPr>
        <p:txBody>
          <a:bodyPr lIns="0" tIns="0" rIns="0" bIns="0"/>
          <a:lstStyle>
            <a:lvl1pPr algn="just">
              <a:lnSpc>
                <a:spcPts val="2800"/>
              </a:lnSpc>
              <a:defRPr sz="1800" b="0" i="0">
                <a:solidFill>
                  <a:schemeClr val="accent6"/>
                </a:solidFill>
                <a:latin typeface="Delight Regular" pitchFamily="2" charset="77"/>
                <a:cs typeface="Arial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Slide Number Placeholder 15">
            <a:extLst>
              <a:ext uri="{FF2B5EF4-FFF2-40B4-BE49-F238E27FC236}">
                <a16:creationId xmlns:a16="http://schemas.microsoft.com/office/drawing/2014/main" id="{4063FE08-DDBA-ABDB-766E-51E600C04D6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8815050" y="10013950"/>
            <a:ext cx="571500" cy="517525"/>
          </a:xfrm>
          <a:prstGeom prst="roundRect">
            <a:avLst>
              <a:gd name="adj" fmla="val 2667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fld id="{481B4AAB-B4EA-D749-AC5F-B7E5E0E9920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Holder 3">
            <a:extLst>
              <a:ext uri="{FF2B5EF4-FFF2-40B4-BE49-F238E27FC236}">
                <a16:creationId xmlns:a16="http://schemas.microsoft.com/office/drawing/2014/main" id="{F3DD9A05-AE8A-9AC6-1A42-A4FEDCB0A67D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744693" y="3504083"/>
            <a:ext cx="544357" cy="512291"/>
          </a:xfrm>
          <a:prstGeom prst="roundRect">
            <a:avLst/>
          </a:prstGeom>
          <a:solidFill>
            <a:schemeClr val="accent2"/>
          </a:solidFill>
          <a:ln w="31750">
            <a:solidFill>
              <a:schemeClr val="accent2"/>
            </a:solidFill>
          </a:ln>
          <a:effectLst>
            <a:softEdge rad="0"/>
          </a:effectLst>
        </p:spPr>
        <p:txBody>
          <a:bodyPr wrap="none" lIns="45720" tIns="91440" rIns="45720" bIns="91440" anchor="ctr" anchorCtr="1">
            <a:noAutofit/>
          </a:bodyPr>
          <a:lstStyle>
            <a:lvl1pPr algn="ctr">
              <a:lnSpc>
                <a:spcPts val="2800"/>
              </a:lnSpc>
              <a:defRPr sz="2000" b="0" i="0" kern="0" cap="all" spc="300" baseline="0">
                <a:solidFill>
                  <a:schemeClr val="bg1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S#</a:t>
            </a:r>
          </a:p>
        </p:txBody>
      </p:sp>
      <p:sp>
        <p:nvSpPr>
          <p:cNvPr id="10" name="Holder 3">
            <a:extLst>
              <a:ext uri="{FF2B5EF4-FFF2-40B4-BE49-F238E27FC236}">
                <a16:creationId xmlns:a16="http://schemas.microsoft.com/office/drawing/2014/main" id="{342CE527-A21D-AAF0-2D13-7D2C7EBE10A9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403350" y="3482975"/>
            <a:ext cx="2743199" cy="533400"/>
          </a:xfrm>
          <a:prstGeom prst="roundRect">
            <a:avLst/>
          </a:prstGeom>
          <a:noFill/>
          <a:ln w="31750">
            <a:solidFill>
              <a:schemeClr val="accent5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2000" b="0" i="0" cap="all" spc="300" baseline="0">
                <a:solidFill>
                  <a:schemeClr val="accent6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 noProof="0"/>
              <a:t>Section name</a:t>
            </a:r>
          </a:p>
        </p:txBody>
      </p:sp>
      <p:sp>
        <p:nvSpPr>
          <p:cNvPr id="9" name="Picture Placeholder 7">
            <a:extLst>
              <a:ext uri="{FF2B5EF4-FFF2-40B4-BE49-F238E27FC236}">
                <a16:creationId xmlns:a16="http://schemas.microsoft.com/office/drawing/2014/main" id="{08610E84-6F6D-9211-9DFC-1C03020A2CE1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8185150" y="282575"/>
            <a:ext cx="11620500" cy="10706100"/>
          </a:xfrm>
          <a:prstGeom prst="roundRect">
            <a:avLst>
              <a:gd name="adj" fmla="val 1894"/>
            </a:avLst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4710491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0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44693" y="1750789"/>
            <a:ext cx="16317757" cy="3370486"/>
          </a:xfrm>
          <a:prstGeom prst="rect">
            <a:avLst/>
          </a:prstGeom>
        </p:spPr>
        <p:txBody>
          <a:bodyPr lIns="0" tIns="0" rIns="0" bIns="0" anchor="t"/>
          <a:lstStyle>
            <a:lvl1pPr>
              <a:lnSpc>
                <a:spcPts val="11200"/>
              </a:lnSpc>
              <a:defRPr sz="12000" b="0" i="0">
                <a:solidFill>
                  <a:schemeClr val="tx1"/>
                </a:solidFill>
                <a:latin typeface="Delight Medium"/>
                <a:cs typeface="Delight Medium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" name="Holder 3">
            <a:extLst>
              <a:ext uri="{FF2B5EF4-FFF2-40B4-BE49-F238E27FC236}">
                <a16:creationId xmlns:a16="http://schemas.microsoft.com/office/drawing/2014/main" id="{609FD37F-1F9A-0B13-CC57-F3A7F010E80B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744693" y="722784"/>
            <a:ext cx="544357" cy="512291"/>
          </a:xfrm>
          <a:prstGeom prst="roundRect">
            <a:avLst/>
          </a:prstGeom>
          <a:solidFill>
            <a:schemeClr val="accent2"/>
          </a:solidFill>
          <a:ln w="31750">
            <a:solidFill>
              <a:schemeClr val="accent2"/>
            </a:solidFill>
          </a:ln>
          <a:effectLst>
            <a:softEdge rad="0"/>
          </a:effectLst>
        </p:spPr>
        <p:txBody>
          <a:bodyPr wrap="none" lIns="45720" tIns="91440" rIns="45720" bIns="91440" anchor="ctr" anchorCtr="1">
            <a:noAutofit/>
          </a:bodyPr>
          <a:lstStyle>
            <a:lvl1pPr algn="ctr">
              <a:lnSpc>
                <a:spcPts val="2800"/>
              </a:lnSpc>
              <a:defRPr sz="2000" b="0" i="0" kern="0" cap="all" spc="300" baseline="0">
                <a:solidFill>
                  <a:schemeClr val="bg1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S#</a:t>
            </a:r>
          </a:p>
        </p:txBody>
      </p:sp>
      <p:sp>
        <p:nvSpPr>
          <p:cNvPr id="5" name="Holder 3">
            <a:extLst>
              <a:ext uri="{FF2B5EF4-FFF2-40B4-BE49-F238E27FC236}">
                <a16:creationId xmlns:a16="http://schemas.microsoft.com/office/drawing/2014/main" id="{6255E875-0480-5E3D-5165-DE8266E4BCD2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403350" y="701676"/>
            <a:ext cx="2743199" cy="533400"/>
          </a:xfrm>
          <a:prstGeom prst="roundRect">
            <a:avLst/>
          </a:prstGeom>
          <a:noFill/>
          <a:ln w="31750">
            <a:solidFill>
              <a:schemeClr val="accent5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2000" b="0" i="0" cap="all" spc="300" baseline="0">
                <a:solidFill>
                  <a:schemeClr val="accent6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 noProof="0"/>
              <a:t>Section name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5B545B6F-8A16-4470-1FFE-CE5291C6C9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835771" y="10656765"/>
            <a:ext cx="10015538" cy="601662"/>
          </a:xfrm>
        </p:spPr>
        <p:txBody>
          <a:bodyPr/>
          <a:lstStyle>
            <a:lvl1pPr>
              <a:defRPr sz="1200"/>
            </a:lvl1pPr>
          </a:lstStyle>
          <a:p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209841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-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20104100" cy="11308715"/>
          </a:xfrm>
          <a:custGeom>
            <a:avLst/>
            <a:gdLst/>
            <a:ahLst/>
            <a:cxnLst/>
            <a:rect l="l" t="t" r="r" b="b"/>
            <a:pathLst>
              <a:path w="20104100" h="11308715">
                <a:moveTo>
                  <a:pt x="20104099" y="0"/>
                </a:moveTo>
                <a:lnTo>
                  <a:pt x="0" y="0"/>
                </a:lnTo>
                <a:lnTo>
                  <a:pt x="0" y="11308556"/>
                </a:lnTo>
                <a:lnTo>
                  <a:pt x="20104099" y="11308556"/>
                </a:lnTo>
                <a:lnTo>
                  <a:pt x="20104099" y="0"/>
                </a:lnTo>
                <a:close/>
              </a:path>
            </a:pathLst>
          </a:custGeom>
          <a:solidFill>
            <a:srgbClr val="103E7B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7" name="bg object 1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20104099" cy="112980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97449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-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wer Statement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lue and black logo  AI-generated content may be incorrect.">
            <a:extLst>
              <a:ext uri="{FF2B5EF4-FFF2-40B4-BE49-F238E27FC236}">
                <a16:creationId xmlns:a16="http://schemas.microsoft.com/office/drawing/2014/main" id="{BA9809BA-C40D-CD53-FB7A-4B6286BF70C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719769" y="-715963"/>
            <a:ext cx="27543638" cy="12741275"/>
          </a:xfrm>
          <a:prstGeom prst="rect">
            <a:avLst/>
          </a:prstGeom>
        </p:spPr>
      </p:pic>
      <p:sp>
        <p:nvSpPr>
          <p:cNvPr id="6" name="Holder 2">
            <a:extLst>
              <a:ext uri="{FF2B5EF4-FFF2-40B4-BE49-F238E27FC236}">
                <a16:creationId xmlns:a16="http://schemas.microsoft.com/office/drawing/2014/main" id="{E15183D9-D1DB-385D-678F-DCD262335E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045185" y="4677571"/>
            <a:ext cx="16013730" cy="1701004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6500"/>
              </a:lnSpc>
              <a:defRPr sz="4800" b="0" i="0">
                <a:solidFill>
                  <a:schemeClr val="bg1"/>
                </a:solidFill>
                <a:latin typeface="Delight Medium" pitchFamily="2" charset="77"/>
                <a:cs typeface="Delight Medium" pitchFamily="2" charset="77"/>
              </a:defRPr>
            </a:lvl1pPr>
          </a:lstStyle>
          <a:p>
            <a:r>
              <a:rPr lang="en-US"/>
              <a:t>Add Power Statement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2786527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13013" y="1850860"/>
            <a:ext cx="15078075" cy="3937329"/>
          </a:xfrm>
        </p:spPr>
        <p:txBody>
          <a:bodyPr anchor="b"/>
          <a:lstStyle>
            <a:lvl1pPr algn="ctr">
              <a:defRPr sz="9894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3013" y="5940028"/>
            <a:ext cx="15078075" cy="2730474"/>
          </a:xfrm>
        </p:spPr>
        <p:txBody>
          <a:bodyPr/>
          <a:lstStyle>
            <a:lvl1pPr marL="0" indent="0" algn="ctr">
              <a:buNone/>
              <a:defRPr sz="3958"/>
            </a:lvl1pPr>
            <a:lvl2pPr marL="753923" indent="0" algn="ctr">
              <a:buNone/>
              <a:defRPr sz="3298"/>
            </a:lvl2pPr>
            <a:lvl3pPr marL="1507846" indent="0" algn="ctr">
              <a:buNone/>
              <a:defRPr sz="2968"/>
            </a:lvl3pPr>
            <a:lvl4pPr marL="2261768" indent="0" algn="ctr">
              <a:buNone/>
              <a:defRPr sz="2638"/>
            </a:lvl4pPr>
            <a:lvl5pPr marL="3015691" indent="0" algn="ctr">
              <a:buNone/>
              <a:defRPr sz="2638"/>
            </a:lvl5pPr>
            <a:lvl6pPr marL="3769614" indent="0" algn="ctr">
              <a:buNone/>
              <a:defRPr sz="2638"/>
            </a:lvl6pPr>
            <a:lvl7pPr marL="4523537" indent="0" algn="ctr">
              <a:buNone/>
              <a:defRPr sz="2638"/>
            </a:lvl7pPr>
            <a:lvl8pPr marL="5277460" indent="0" algn="ctr">
              <a:buNone/>
              <a:defRPr sz="2638"/>
            </a:lvl8pPr>
            <a:lvl9pPr marL="6031382" indent="0" algn="ctr">
              <a:buNone/>
              <a:defRPr sz="2638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88059487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20DD213-5353-21AD-09CC-1925F60EE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9638A62-45C0-5967-7362-BDD0D04180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A8A5F3-11FB-A9AE-7E80-7FF0675D3C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1B4AAB-B4EA-D749-AC5F-B7E5E0E9920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410709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F3B2C66-5CCD-5234-0C52-97267551F6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82713" y="3009900"/>
            <a:ext cx="17338675" cy="7177088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8">
            <a:extLst>
              <a:ext uri="{FF2B5EF4-FFF2-40B4-BE49-F238E27FC236}">
                <a16:creationId xmlns:a16="http://schemas.microsoft.com/office/drawing/2014/main" id="{E262EE1D-5419-1607-C90B-A603F6BF18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2713" y="601663"/>
            <a:ext cx="17338675" cy="2185987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Date Placeholder 9">
            <a:extLst>
              <a:ext uri="{FF2B5EF4-FFF2-40B4-BE49-F238E27FC236}">
                <a16:creationId xmlns:a16="http://schemas.microsoft.com/office/drawing/2014/main" id="{90C5EA89-0E1C-524E-1418-A4C325BDEB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82713" y="10482263"/>
            <a:ext cx="4522787" cy="6016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000" b="0" i="0">
                <a:solidFill>
                  <a:schemeClr val="tx2"/>
                </a:solidFill>
                <a:latin typeface="Delight Medium" pitchFamily="2" charset="77"/>
              </a:defRPr>
            </a:lvl1pPr>
          </a:lstStyle>
          <a:p>
            <a:endParaRPr lang="en-US"/>
          </a:p>
        </p:txBody>
      </p:sp>
      <p:sp>
        <p:nvSpPr>
          <p:cNvPr id="15" name="Footer Placeholder 10">
            <a:extLst>
              <a:ext uri="{FF2B5EF4-FFF2-40B4-BE49-F238E27FC236}">
                <a16:creationId xmlns:a16="http://schemas.microsoft.com/office/drawing/2014/main" id="{747DA8CB-9EC9-067D-D3BE-B8A2D9047B5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59563" y="10482263"/>
            <a:ext cx="6784975" cy="6016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000" b="0" i="0">
                <a:solidFill>
                  <a:schemeClr val="tx2"/>
                </a:solidFill>
                <a:latin typeface="Delight Medium" pitchFamily="2" charset="77"/>
              </a:defRPr>
            </a:lvl1pPr>
          </a:lstStyle>
          <a:p>
            <a:endParaRPr lang="en-US"/>
          </a:p>
        </p:txBody>
      </p:sp>
      <p:sp>
        <p:nvSpPr>
          <p:cNvPr id="17" name="Slide Number Placeholder 11">
            <a:extLst>
              <a:ext uri="{FF2B5EF4-FFF2-40B4-BE49-F238E27FC236}">
                <a16:creationId xmlns:a16="http://schemas.microsoft.com/office/drawing/2014/main" id="{193039B6-5B1F-C342-CAC2-4E3C97B678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198600" y="10482263"/>
            <a:ext cx="4522788" cy="60166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2000" b="0" i="0">
                <a:solidFill>
                  <a:schemeClr val="tx2"/>
                </a:solidFill>
                <a:latin typeface="Delight Medium" pitchFamily="2" charset="77"/>
              </a:defRPr>
            </a:lvl1pPr>
          </a:lstStyle>
          <a:p>
            <a:fld id="{481B4AAB-B4EA-D749-AC5F-B7E5E0E99202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4" r:id="rId2"/>
    <p:sldLayoutId id="2147483679" r:id="rId3"/>
    <p:sldLayoutId id="2147483680" r:id="rId4"/>
    <p:sldLayoutId id="2147483676" r:id="rId5"/>
    <p:sldLayoutId id="2147483681" r:id="rId6"/>
    <p:sldLayoutId id="2147483682" r:id="rId7"/>
    <p:sldLayoutId id="2147483683" r:id="rId8"/>
    <p:sldLayoutId id="2147483672" r:id="rId9"/>
    <p:sldLayoutId id="2147483673" r:id="rId10"/>
    <p:sldLayoutId id="2147483678" r:id="rId11"/>
    <p:sldLayoutId id="2147483684" r:id="rId12"/>
    <p:sldLayoutId id="2147483675" r:id="rId13"/>
    <p:sldLayoutId id="2147483685" r:id="rId14"/>
  </p:sldLayoutIdLst>
  <p:hf hdr="0" ftr="0" dt="0"/>
  <p:txStyles>
    <p:titleStyle>
      <a:lvl1pPr eaLnBrk="1" hangingPunct="1">
        <a:lnSpc>
          <a:spcPts val="7200"/>
        </a:lnSpc>
        <a:defRPr sz="9000" b="0" i="0">
          <a:solidFill>
            <a:schemeClr val="tx1"/>
          </a:solidFill>
          <a:latin typeface="Delight Medium" pitchFamily="2" charset="77"/>
          <a:ea typeface="+mj-ea"/>
          <a:cs typeface="+mj-cs"/>
        </a:defRPr>
      </a:lvl1pPr>
    </p:titleStyle>
    <p:bodyStyle>
      <a:lvl1pPr marL="0" algn="just" eaLnBrk="1" hangingPunct="1">
        <a:lnSpc>
          <a:spcPts val="2800"/>
        </a:lnSpc>
        <a:defRPr sz="1800" b="0" i="0">
          <a:solidFill>
            <a:schemeClr val="accent6"/>
          </a:solidFill>
          <a:latin typeface="Delight Regular" pitchFamily="2" charset="77"/>
          <a:ea typeface="+mn-ea"/>
          <a:cs typeface="+mn-cs"/>
        </a:defRPr>
      </a:lvl1pPr>
      <a:lvl2pPr marL="742950" indent="-285750" algn="just" eaLnBrk="1" hangingPunct="1">
        <a:lnSpc>
          <a:spcPts val="2800"/>
        </a:lnSpc>
        <a:buFont typeface="Arial" panose="020B0604020202020204" pitchFamily="34" charset="0"/>
        <a:buChar char="•"/>
        <a:defRPr sz="1800" b="0" i="0">
          <a:solidFill>
            <a:schemeClr val="accent6"/>
          </a:solidFill>
          <a:latin typeface="Delight Regular" pitchFamily="2" charset="77"/>
          <a:ea typeface="+mn-ea"/>
          <a:cs typeface="+mn-cs"/>
        </a:defRPr>
      </a:lvl2pPr>
      <a:lvl3pPr marL="1200150" indent="-285750" algn="just" eaLnBrk="1" hangingPunct="1">
        <a:lnSpc>
          <a:spcPts val="2800"/>
        </a:lnSpc>
        <a:buFont typeface="Arial" panose="020B0604020202020204" pitchFamily="34" charset="0"/>
        <a:buChar char="•"/>
        <a:defRPr sz="1800" b="0" i="0">
          <a:solidFill>
            <a:schemeClr val="bg2"/>
          </a:solidFill>
          <a:latin typeface="Delight Regular" pitchFamily="2" charset="77"/>
          <a:ea typeface="+mn-ea"/>
          <a:cs typeface="+mn-cs"/>
        </a:defRPr>
      </a:lvl3pPr>
      <a:lvl4pPr marL="1657350" indent="-285750" algn="just" eaLnBrk="1" hangingPunct="1">
        <a:lnSpc>
          <a:spcPts val="2800"/>
        </a:lnSpc>
        <a:buFont typeface="Arial" panose="020B0604020202020204" pitchFamily="34" charset="0"/>
        <a:buChar char="•"/>
        <a:defRPr sz="1800" b="0" i="0">
          <a:solidFill>
            <a:schemeClr val="accent2"/>
          </a:solidFill>
          <a:latin typeface="Delight Regular" pitchFamily="2" charset="77"/>
          <a:ea typeface="+mn-ea"/>
          <a:cs typeface="+mn-cs"/>
        </a:defRPr>
      </a:lvl4pPr>
      <a:lvl5pPr marL="2114550" indent="-285750" algn="just" eaLnBrk="1" hangingPunct="1">
        <a:lnSpc>
          <a:spcPts val="2800"/>
        </a:lnSpc>
        <a:buFont typeface="Arial" panose="020B0604020202020204" pitchFamily="34" charset="0"/>
        <a:buChar char="•"/>
        <a:defRPr sz="1800" b="0" i="0">
          <a:solidFill>
            <a:schemeClr val="accent5"/>
          </a:solidFill>
          <a:latin typeface="Delight Regular" pitchFamily="2" charset="77"/>
          <a:ea typeface="+mn-ea"/>
          <a:cs typeface="+mn-cs"/>
        </a:defRPr>
      </a:lvl5pPr>
      <a:lvl6pPr marL="2286000" eaLnBrk="1" hangingPunct="1">
        <a:defRPr>
          <a:latin typeface="+mn-lt"/>
          <a:ea typeface="+mn-ea"/>
          <a:cs typeface="+mn-cs"/>
        </a:defRPr>
      </a:lvl6pPr>
      <a:lvl7pPr marL="2743200" eaLnBrk="1" hangingPunct="1">
        <a:defRPr>
          <a:latin typeface="+mn-lt"/>
          <a:ea typeface="+mn-ea"/>
          <a:cs typeface="+mn-cs"/>
        </a:defRPr>
      </a:lvl7pPr>
      <a:lvl8pPr marL="3200400" eaLnBrk="1" hangingPunct="1">
        <a:defRPr>
          <a:latin typeface="+mn-lt"/>
          <a:ea typeface="+mn-ea"/>
          <a:cs typeface="+mn-cs"/>
        </a:defRPr>
      </a:lvl8pPr>
      <a:lvl9pPr marL="3657600" eaLnBrk="1" hangingPunct="1">
        <a:defRPr>
          <a:latin typeface="+mn-lt"/>
          <a:ea typeface="+mn-ea"/>
          <a:cs typeface="+mn-cs"/>
        </a:defRPr>
      </a:lvl9pPr>
    </p:bodyStyle>
    <p:otherStyle>
      <a:lvl1pPr marL="0" eaLnBrk="1" hangingPunct="1">
        <a:defRPr>
          <a:latin typeface="+mn-lt"/>
          <a:ea typeface="+mn-ea"/>
          <a:cs typeface="+mn-cs"/>
        </a:defRPr>
      </a:lvl1pPr>
      <a:lvl2pPr marL="457200" eaLnBrk="1" hangingPunct="1">
        <a:defRPr>
          <a:latin typeface="+mn-lt"/>
          <a:ea typeface="+mn-ea"/>
          <a:cs typeface="+mn-cs"/>
        </a:defRPr>
      </a:lvl2pPr>
      <a:lvl3pPr marL="914400" eaLnBrk="1" hangingPunct="1">
        <a:defRPr>
          <a:latin typeface="+mn-lt"/>
          <a:ea typeface="+mn-ea"/>
          <a:cs typeface="+mn-cs"/>
        </a:defRPr>
      </a:lvl3pPr>
      <a:lvl4pPr marL="1371600" eaLnBrk="1" hangingPunct="1">
        <a:defRPr>
          <a:latin typeface="+mn-lt"/>
          <a:ea typeface="+mn-ea"/>
          <a:cs typeface="+mn-cs"/>
        </a:defRPr>
      </a:lvl4pPr>
      <a:lvl5pPr marL="1828800" eaLnBrk="1" hangingPunct="1">
        <a:defRPr>
          <a:latin typeface="+mn-lt"/>
          <a:ea typeface="+mn-ea"/>
          <a:cs typeface="+mn-cs"/>
        </a:defRPr>
      </a:lvl5pPr>
      <a:lvl6pPr marL="2286000" eaLnBrk="1" hangingPunct="1">
        <a:defRPr>
          <a:latin typeface="+mn-lt"/>
          <a:ea typeface="+mn-ea"/>
          <a:cs typeface="+mn-cs"/>
        </a:defRPr>
      </a:lvl6pPr>
      <a:lvl7pPr marL="2743200" eaLnBrk="1" hangingPunct="1">
        <a:defRPr>
          <a:latin typeface="+mn-lt"/>
          <a:ea typeface="+mn-ea"/>
          <a:cs typeface="+mn-cs"/>
        </a:defRPr>
      </a:lvl7pPr>
      <a:lvl8pPr marL="3200400" eaLnBrk="1" hangingPunct="1">
        <a:defRPr>
          <a:latin typeface="+mn-lt"/>
          <a:ea typeface="+mn-ea"/>
          <a:cs typeface="+mn-cs"/>
        </a:defRPr>
      </a:lvl8pPr>
      <a:lvl9pPr marL="3657600" eaLnBrk="1" hangingPunct="1">
        <a:defRPr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42" userDrawn="1">
          <p15:clr>
            <a:srgbClr val="F26B43"/>
          </p15:clr>
        </p15:guide>
        <p15:guide id="2" pos="452" userDrawn="1">
          <p15:clr>
            <a:srgbClr val="F26B43"/>
          </p15:clr>
        </p15:guide>
        <p15:guide id="3" orient="horz" pos="6634" userDrawn="1">
          <p15:clr>
            <a:srgbClr val="F26B43"/>
          </p15:clr>
        </p15:guide>
        <p15:guide id="4" pos="12212" userDrawn="1">
          <p15:clr>
            <a:srgbClr val="F26B43"/>
          </p15:clr>
        </p15:guide>
        <p15:guide id="5" orient="horz" pos="6298" userDrawn="1">
          <p15:clr>
            <a:srgbClr val="F26B43"/>
          </p15:clr>
        </p15:guide>
        <p15:guide id="6" orient="horz" pos="778" userDrawn="1">
          <p15:clr>
            <a:srgbClr val="F26B43"/>
          </p15:clr>
        </p15:guide>
        <p15:guide id="7" pos="5444" userDrawn="1">
          <p15:clr>
            <a:srgbClr val="F26B43"/>
          </p15:clr>
        </p15:guide>
        <p15:guide id="8" pos="5156" userDrawn="1">
          <p15:clr>
            <a:srgbClr val="F26B43"/>
          </p15:clr>
        </p15:guide>
        <p15:guide id="9" pos="4868" userDrawn="1">
          <p15:clr>
            <a:srgbClr val="F26B43"/>
          </p15:clr>
        </p15:guide>
        <p15:guide id="10" pos="6332" userDrawn="1">
          <p15:clr>
            <a:srgbClr val="5ACBF0"/>
          </p15:clr>
        </p15:guide>
        <p15:guide id="11" orient="horz" pos="3562" userDrawn="1">
          <p15:clr>
            <a:srgbClr val="5ACBF0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Standard Offering Release 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41063" y="7589520"/>
            <a:ext cx="11594592" cy="914400"/>
          </a:xfrm>
          <a:prstGeom prst="rect">
            <a:avLst/>
          </a:prstGeom>
          <a:noFill/>
        </p:spPr>
        <p:txBody>
          <a:bodyPr wrap="square" anchor="ctr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0">
                <a:solidFill>
                  <a:srgbClr val="F5EFE9"/>
                </a:solidFill>
              </a:rPr>
              <a:t>Automated deployment: database snapshots, Jaspersoft promotion, and the AI that builds and runs it  |  internal documentation  | 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0664" y="384048"/>
            <a:ext cx="18653760" cy="96012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0">
                <a:solidFill>
                  <a:srgbClr val="F5EFE9"/>
                </a:solidFill>
              </a:rPr>
              <a:t>What Ships In Release 26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40664" y="1417320"/>
            <a:ext cx="548640" cy="457200"/>
          </a:xfrm>
          <a:prstGeom prst="roundRect">
            <a:avLst>
              <a:gd name="adj" fmla="val 30000"/>
            </a:avLst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0B3D7A"/>
                </a:solidFill>
              </a:rPr>
              <a:t>S1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47488" y="10707624"/>
            <a:ext cx="10012680" cy="45720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1">
                <a:solidFill>
                  <a:srgbClr val="F5EFE9"/>
                </a:solidFill>
              </a:rPr>
              <a:t>@2026, Origin Utility, Inc / Proprietary &amp; Confidential / Internal Use Only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0664" y="1828800"/>
            <a:ext cx="18653760" cy="160020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4023360" cy="1600200"/>
          </a:xfrm>
          <a:prstGeom prst="rect">
            <a:avLst/>
          </a:prstGeom>
          <a:noFill/>
        </p:spPr>
        <p:txBody>
          <a:bodyPr wrap="square" anchor="ctr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0B3D7A"/>
                </a:solidFill>
              </a:rPr>
              <a:t>Snapshot layer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4C5D69"/>
                </a:solidFill>
              </a:rPr>
              <a:t>in the client's CISADM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212080" y="2148840"/>
            <a:ext cx="4450080" cy="96012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3D7A"/>
                </a:solidFill>
              </a:rPr>
              <a:t>8 reporting tables (the active 8) with a full-history baseline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36480" y="2148840"/>
            <a:ext cx="4450080" cy="96012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3D7A"/>
                </a:solidFill>
              </a:rPr>
              <a:t>REFRESH procedures: full history once, then rolling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660879" y="2148840"/>
            <a:ext cx="4450080" cy="96012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3D7A"/>
                </a:solidFill>
              </a:rPr>
              <a:t>DBMS_SCHEDULER jobs, twice daily, staggered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0058400" y="3483864"/>
            <a:ext cx="0" cy="301752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740664" y="3840480"/>
            <a:ext cx="18653760" cy="160020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840480"/>
            <a:ext cx="4023360" cy="1600200"/>
          </a:xfrm>
          <a:prstGeom prst="rect">
            <a:avLst/>
          </a:prstGeom>
          <a:noFill/>
        </p:spPr>
        <p:txBody>
          <a:bodyPr wrap="square" anchor="ctr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0B3D7A"/>
                </a:solidFill>
              </a:rPr>
              <a:t>Standard Offering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4C5D69"/>
                </a:solidFill>
              </a:rPr>
              <a:t>Jaspersoft content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4160520"/>
            <a:ext cx="4450080" cy="96012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3D7A"/>
                </a:solidFill>
              </a:rPr>
              <a:t>9 workstream folders, 53 domains, 156 Ad Hoc views, 14 dashboards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936480" y="4160520"/>
            <a:ext cx="4450080" cy="96012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3D7A"/>
                </a:solidFill>
              </a:rPr>
              <a:t>Standardized_Reports folder of SQL reports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4660879" y="4160520"/>
            <a:ext cx="4450080" cy="96012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3D7A"/>
                </a:solidFill>
              </a:rPr>
              <a:t>Theme, input controls, saved filters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058400" y="5495544"/>
            <a:ext cx="0" cy="301752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40664" y="5852160"/>
            <a:ext cx="18653760" cy="160020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52160"/>
            <a:ext cx="4023360" cy="1600200"/>
          </a:xfrm>
          <a:prstGeom prst="rect">
            <a:avLst/>
          </a:prstGeom>
          <a:noFill/>
        </p:spPr>
        <p:txBody>
          <a:bodyPr wrap="square" anchor="ctr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0B3D7A"/>
                </a:solidFill>
              </a:rPr>
              <a:t>Per client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4C5D69"/>
                </a:solidFill>
              </a:rPr>
              <a:t>one org, one datasource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212080" y="6172200"/>
            <a:ext cx="4450080" cy="96012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3D7A"/>
                </a:solidFill>
              </a:rPr>
              <a:t>Authored on Origin_DEV, proven on Origin_TEST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936480" y="6172200"/>
            <a:ext cx="4450080" cy="96012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3D7A"/>
                </a:solidFill>
              </a:rPr>
              <a:t>Client test org, then client prod org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4660879" y="6172200"/>
            <a:ext cx="4450080" cy="96012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3D7A"/>
                </a:solidFill>
              </a:rPr>
              <a:t>Ellensburg, CityCorp, Newark on prod; Fond du Lac and College Station next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0058400" y="7507224"/>
            <a:ext cx="0" cy="301751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740664" y="7863840"/>
            <a:ext cx="18653760" cy="160020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7863840"/>
            <a:ext cx="4023360" cy="1600200"/>
          </a:xfrm>
          <a:prstGeom prst="rect">
            <a:avLst/>
          </a:prstGeom>
          <a:noFill/>
        </p:spPr>
        <p:txBody>
          <a:bodyPr wrap="square" anchor="ctr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0B3D7A"/>
                </a:solidFill>
              </a:rPr>
              <a:t>Proof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4C5D69"/>
                </a:solidFill>
              </a:rPr>
              <a:t>before it counts as done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212080" y="8183880"/>
            <a:ext cx="4450080" cy="96012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3D7A"/>
                </a:solidFill>
              </a:rPr>
              <a:t>Install gates in the database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936480" y="8183880"/>
            <a:ext cx="4450080" cy="96012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3D7A"/>
                </a:solidFill>
              </a:rPr>
              <a:t>Sweep executes every view, report and dashboard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4660879" y="8183880"/>
            <a:ext cx="4450080" cy="96012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3D7A"/>
                </a:solidFill>
              </a:rPr>
              <a:t>Sign-off document per org, inventory diff as the rollback record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0664" y="384048"/>
            <a:ext cx="18653760" cy="96012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0">
                <a:solidFill>
                  <a:srgbClr val="F5EFE9"/>
                </a:solidFill>
              </a:rPr>
              <a:t>Two Weeks Then, Hours Now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40664" y="1417320"/>
            <a:ext cx="548640" cy="457200"/>
          </a:xfrm>
          <a:prstGeom prst="roundRect">
            <a:avLst>
              <a:gd name="adj" fmla="val 30000"/>
            </a:avLst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0B3D7A"/>
                </a:solidFill>
              </a:rPr>
              <a:t>S2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47488" y="10707624"/>
            <a:ext cx="10012680" cy="45720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1">
                <a:solidFill>
                  <a:srgbClr val="F5EFE9"/>
                </a:solidFill>
              </a:rPr>
              <a:t>@2026, Origin Utility, Inc / Proprietary &amp; Confidential / Internal Use Only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0664" y="196596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F5EFE9"/>
                </a:solidFill>
              </a:rPr>
              <a:t>Before: by hand, one to two weeks per client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196596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F5EFE9"/>
                </a:solidFill>
              </a:rPr>
              <a:t>Now: AI-built tools, hours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0664" y="2560320"/>
            <a:ext cx="8778240" cy="1243584"/>
          </a:xfrm>
          <a:prstGeom prst="roundRect">
            <a:avLst>
              <a:gd name="adj" fmla="val 10000"/>
            </a:avLst>
          </a:prstGeom>
          <a:solidFill>
            <a:srgbClr val="4C5D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54864" bIns="54864"/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F5EFE9"/>
                </a:solidFill>
              </a:rPr>
              <a:t>Snapshot deployment: 19 scripts run one by one in SQL Developer, baselines watched by hand, validation in spreadsheets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607040" y="2560320"/>
            <a:ext cx="8778240" cy="1243584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54864" bIns="54864"/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B3D7A"/>
                </a:solidFill>
              </a:rPr>
              <a:t>One command per step; baselines submitted as parallel jobs and gated; the runner logs every step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4C5D69"/>
                </a:solidFill>
              </a:rPr>
              <a:t>baseline ready gate, install gates, 12-month parity, duplicate-key safety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646920" y="3182111"/>
            <a:ext cx="868680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0664" y="4078224"/>
            <a:ext cx="8778240" cy="1243584"/>
          </a:xfrm>
          <a:prstGeom prst="roundRect">
            <a:avLst>
              <a:gd name="adj" fmla="val 10000"/>
            </a:avLst>
          </a:prstGeom>
          <a:solidFill>
            <a:srgbClr val="4C5D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54864" bIns="54864"/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F5EFE9"/>
                </a:solidFill>
              </a:rPr>
              <a:t>Standard Offering to a client: export, edit the package, fix the datasource, import, open reports one by one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607040" y="4078224"/>
            <a:ext cx="8778240" cy="1243584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54864" bIns="54864"/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B3D7A"/>
                </a:solidFill>
              </a:rPr>
              <a:t>One promotion command; the datasource is the target's own export; every resource re-exported and executed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4C5D69"/>
                </a:solidFill>
              </a:rPr>
              <a:t>Ellensburg prod in 11 minutes, Newark in 21, 0 errors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646920" y="4700016"/>
            <a:ext cx="868680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40664" y="5596128"/>
            <a:ext cx="8778240" cy="1243584"/>
          </a:xfrm>
          <a:prstGeom prst="roundRect">
            <a:avLst>
              <a:gd name="adj" fmla="val 10000"/>
            </a:avLst>
          </a:prstGeom>
          <a:solidFill>
            <a:srgbClr val="4C5D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54864" bIns="54864"/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F5EFE9"/>
                </a:solidFill>
              </a:rPr>
              <a:t>Moving a client's reports between environments: a day per batch, breakage found later by users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607040" y="5596128"/>
            <a:ext cx="8778240" cy="1243584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54864" bIns="54864"/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B3D7A"/>
                </a:solidFill>
              </a:rPr>
              <a:t>21 College Station reports and their 13 domains, prod to test, in one morning, byte-equal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4C5D69"/>
                </a:solidFill>
              </a:rPr>
              <a:t>22 executions on test, prod never written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646920" y="6217920"/>
            <a:ext cx="868680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40664" y="7114032"/>
            <a:ext cx="8778240" cy="1243584"/>
          </a:xfrm>
          <a:prstGeom prst="roundRect">
            <a:avLst>
              <a:gd name="adj" fmla="val 10000"/>
            </a:avLst>
          </a:prstGeom>
          <a:solidFill>
            <a:srgbClr val="4C5D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54864" bIns="54864"/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F5EFE9"/>
                </a:solidFill>
              </a:rPr>
              <a:t>A domain change on every client: Domain Designer per org, days, no record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607040" y="7114032"/>
            <a:ext cx="8778240" cy="1243584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54864" bIns="54864"/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B3D7A"/>
                </a:solidFill>
              </a:rPr>
              <a:t>One patch module, additive-only guard, applied to six orgs with seven proofs each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4C5D69"/>
                </a:solidFill>
              </a:rPr>
              <a:t>read-back byte-equal, bound views run, rows tie to Oracle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646920" y="7735824"/>
            <a:ext cx="868680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40664" y="8631936"/>
            <a:ext cx="8778240" cy="1243584"/>
          </a:xfrm>
          <a:prstGeom prst="roundRect">
            <a:avLst>
              <a:gd name="adj" fmla="val 10000"/>
            </a:avLst>
          </a:prstGeom>
          <a:solidFill>
            <a:srgbClr val="4C5D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54864" bIns="54864"/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F5EFE9"/>
                </a:solidFill>
              </a:rPr>
              <a:t>Validation sign-off: assembled from screenshots over days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607040" y="8631936"/>
            <a:ext cx="8778240" cy="1243584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54864" bIns="54864"/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B3D7A"/>
                </a:solidFill>
              </a:rPr>
              <a:t>Generated from the sweep in minutes: PASS, EMPTY, FAIL per row with timings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4C5D69"/>
                </a:solidFill>
              </a:rPr>
              <a:t>one docx per org, evidence JSON beside it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646920" y="9253728"/>
            <a:ext cx="868680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0664" y="384048"/>
            <a:ext cx="18653760" cy="96012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0">
                <a:solidFill>
                  <a:srgbClr val="F5EFE9"/>
                </a:solidFill>
              </a:rPr>
              <a:t>Snapshot Deployment Workflow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40664" y="1417320"/>
            <a:ext cx="548640" cy="457200"/>
          </a:xfrm>
          <a:prstGeom prst="roundRect">
            <a:avLst>
              <a:gd name="adj" fmla="val 30000"/>
            </a:avLst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0B3D7A"/>
                </a:solidFill>
              </a:rPr>
              <a:t>S3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47488" y="10707624"/>
            <a:ext cx="10012680" cy="45720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1">
                <a:solidFill>
                  <a:srgbClr val="F5EFE9"/>
                </a:solidFill>
              </a:rPr>
              <a:t>@2026, Origin Utility, Inc / Proprietary &amp; Confidential / Internal Use Only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0664" y="201168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1. Preflight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access verification as the deploy user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41848" y="201168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2. Tables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active 8 plus domain-support objects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43032" y="201168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3. Procedures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full-history and domain refresh PL/SQL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444216" y="201168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4. Baselines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8 jobs submitted in parallel, async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444216" y="388620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4C5D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F5EFE9"/>
                </a:solidFill>
              </a:rPr>
              <a:t>5. Wait and gate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F5EFE9"/>
                </a:solidFill>
              </a:rPr>
              <a:t>poll the ready gate up to 8 hours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543032" y="388620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6. Indexes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post-load, as the deploy user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41848" y="388620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100" b="1">
                <a:solidFill>
                  <a:srgbClr val="0B3D7A"/>
                </a:solidFill>
              </a:rPr>
              <a:t>7. Rolling and schedule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rolling procedures, scheduler jobs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" y="388620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8. Refresh and gates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domain support refresh, 04, 04b, 04d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0664" y="5806440"/>
            <a:ext cx="1371600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100" b="1">
                <a:solidFill>
                  <a:srgbClr val="0B3D7A"/>
                </a:solidFill>
              </a:rPr>
              <a:t>One command per step, one script for prod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4C5D69"/>
                </a:solidFill>
              </a:rPr>
              <a:t>run_snapshot_rollout_step.py --step &lt;name&gt; --clients &lt;c&gt;   |   prod_snapshot_rollout_25_4.sh &lt;client&gt;   |   logs under deploy/snapshot_rollout_logs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5435072" y="5806440"/>
            <a:ext cx="3931920" cy="822960"/>
          </a:xfrm>
          <a:prstGeom prst="roundRect">
            <a:avLst>
              <a:gd name="adj" fmla="val 50000"/>
            </a:avLst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0B3D7A"/>
                </a:solidFill>
              </a:rPr>
              <a:t>VPN needed to start; baselines keep running if it drops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764023" y="2720340"/>
            <a:ext cx="786385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665207" y="2720340"/>
            <a:ext cx="786385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4566392" y="2720340"/>
            <a:ext cx="786384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7410176" y="3520440"/>
            <a:ext cx="0" cy="27432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14566392" y="4594860"/>
            <a:ext cx="786384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9665207" y="4594860"/>
            <a:ext cx="786385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4764023" y="4594860"/>
            <a:ext cx="786385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40664" y="8549640"/>
            <a:ext cx="2743200" cy="457200"/>
          </a:xfrm>
          <a:prstGeom prst="rect">
            <a:avLst/>
          </a:prstGeom>
          <a:noFill/>
        </p:spPr>
        <p:txBody>
          <a:bodyPr wrap="square" anchor="ctr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5EFE9"/>
                </a:solidFill>
              </a:rPr>
              <a:t>Proofs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194560" y="8503920"/>
            <a:ext cx="2647188" cy="50292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0B3D7A"/>
                </a:solidFill>
              </a:rPr>
              <a:t>baseline jobs SUCCEEDED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70348" y="8503920"/>
            <a:ext cx="1805940" cy="50292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0B3D7A"/>
                </a:solidFill>
              </a:rPr>
              <a:t>no empty tables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04888" y="8503920"/>
            <a:ext cx="2016252" cy="50292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0B3D7A"/>
                </a:solidFill>
              </a:rPr>
              <a:t>no duplicate keys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349740" y="8503920"/>
            <a:ext cx="1595628" cy="50292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0B3D7A"/>
                </a:solidFill>
              </a:rPr>
              <a:t>CMS FT parity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173967" y="8503920"/>
            <a:ext cx="2647188" cy="50292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0B3D7A"/>
                </a:solidFill>
              </a:rPr>
              <a:t>12-month monthly parity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0664" y="384048"/>
            <a:ext cx="18653760" cy="96012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0">
                <a:solidFill>
                  <a:srgbClr val="F5EFE9"/>
                </a:solidFill>
              </a:rPr>
              <a:t>Full History, Then Rolling Refresh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40664" y="1417320"/>
            <a:ext cx="548640" cy="457200"/>
          </a:xfrm>
          <a:prstGeom prst="roundRect">
            <a:avLst>
              <a:gd name="adj" fmla="val 30000"/>
            </a:avLst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0B3D7A"/>
                </a:solidFill>
              </a:rPr>
              <a:t>S4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47488" y="10707624"/>
            <a:ext cx="10012680" cy="45720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1">
                <a:solidFill>
                  <a:srgbClr val="F5EFE9"/>
                </a:solidFill>
              </a:rPr>
              <a:t>@2026, Origin Utility, Inc / Proprietary &amp; Confidential / Internal Use Only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0664" y="201168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Baseline procedure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loads all history once, one job per table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41848" y="201168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Validate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row counts, totals, keys after the load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43032" y="201168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Rolling procedure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deletes and rebuilds only the latest months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444216" y="201168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Schedule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twice daily, 10:00 and 16:00 UTC, 30-minute stagger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444216" y="388620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Capture runs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08: last run per job, duration, status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543032" y="388620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Data quality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13: high-level checks per client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41848" y="388620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4C5D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F5EFE9"/>
                </a:solidFill>
              </a:rPr>
              <a:t>dbt parity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F5EFE9"/>
                </a:solidFill>
              </a:rPr>
              <a:t>nightly, canvases against these tables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" y="388620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Windows per client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4C5D69"/>
                </a:solidFill>
              </a:rPr>
              <a:t>12 months; 6 at CityCorp and Odessa; 3 rolling with 24 kept at College Station and Newark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0664" y="5806440"/>
            <a:ext cx="1371600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100" b="1">
                <a:solidFill>
                  <a:srgbClr val="0B3D7A"/>
                </a:solidFill>
              </a:rPr>
              <a:t>The lesson that shaped it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4C5D69"/>
                </a:solidFill>
              </a:rPr>
              <a:t>a refresh longer than the 15-minute client timeout committed its DELETE without the INSERT (Newark usage): long refreshes now run as background scheduler jobs, never in the session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5435072" y="5806440"/>
            <a:ext cx="3931920" cy="822960"/>
          </a:xfrm>
          <a:prstGeom prst="roundRect">
            <a:avLst>
              <a:gd name="adj" fmla="val 50000"/>
            </a:avLst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0B3D7A"/>
                </a:solidFill>
              </a:rPr>
              <a:t>Rolling schedule held on TEST until approved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764023" y="2720340"/>
            <a:ext cx="786385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665207" y="2720340"/>
            <a:ext cx="786385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4566392" y="2720340"/>
            <a:ext cx="786384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7410176" y="3520440"/>
            <a:ext cx="0" cy="27432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14566392" y="4594860"/>
            <a:ext cx="786384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9665207" y="4594860"/>
            <a:ext cx="786385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40664" y="8549640"/>
            <a:ext cx="2743200" cy="457200"/>
          </a:xfrm>
          <a:prstGeom prst="rect">
            <a:avLst/>
          </a:prstGeom>
          <a:noFill/>
        </p:spPr>
        <p:txBody>
          <a:bodyPr wrap="square" anchor="ctr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5EFE9"/>
                </a:solidFill>
              </a:rPr>
              <a:t>Proofs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194560" y="8503920"/>
            <a:ext cx="2647188" cy="50292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0B3D7A"/>
                </a:solidFill>
              </a:rPr>
              <a:t>validate after baseline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70348" y="8503920"/>
            <a:ext cx="2542032" cy="50292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0B3D7A"/>
                </a:solidFill>
              </a:rPr>
              <a:t>validate after cutover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840979" y="8503920"/>
            <a:ext cx="4224528" cy="50292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0B3D7A"/>
                </a:solidFill>
              </a:rPr>
              <a:t>validate after the first scheduled run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0664" y="384048"/>
            <a:ext cx="18653760" cy="96012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0">
                <a:solidFill>
                  <a:srgbClr val="F5EFE9"/>
                </a:solidFill>
              </a:rPr>
              <a:t>How AI Built The Python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40664" y="1417320"/>
            <a:ext cx="548640" cy="457200"/>
          </a:xfrm>
          <a:prstGeom prst="roundRect">
            <a:avLst>
              <a:gd name="adj" fmla="val 30000"/>
            </a:avLst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0B3D7A"/>
                </a:solidFill>
              </a:rPr>
              <a:t>S5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47488" y="10707624"/>
            <a:ext cx="10012680" cy="45720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1">
                <a:solidFill>
                  <a:srgbClr val="F5EFE9"/>
                </a:solidFill>
              </a:rPr>
              <a:t>@2026, Origin Utility, Inc / Proprietary &amp; Confidential / Internal Use Only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0664" y="201168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The prompt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the manual step, its SQL, and the last failure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41848" y="201168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Script with a dry run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every write named before it is made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43032" y="201168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Run on TEST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measure it, read the real error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444216" y="201168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Gate added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the failure becomes a check that fails first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444216" y="388620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Skill records it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dated, with the number, for the next session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0664" y="388620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4C5D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F5EFE9"/>
                </a:solidFill>
              </a:rPr>
              <a:t>TEMP blew to 246 GB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F5EFE9"/>
                </a:solidFill>
              </a:rPr>
              <a:t>staged builds, TEMP capped before the first run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41848" y="388620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4C5D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100" b="1">
                <a:solidFill>
                  <a:srgbClr val="F5EFE9"/>
                </a:solidFill>
              </a:rPr>
              <a:t>Import 'succeeded', wrote nothing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F5EFE9"/>
                </a:solidFill>
              </a:rPr>
              <a:t>package must carry the target's own datasource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43032" y="388620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4C5D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100" b="1">
                <a:solidFill>
                  <a:srgbClr val="F5EFE9"/>
                </a:solidFill>
              </a:rPr>
              <a:t>View runs but will not open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F5EFE9"/>
                </a:solidFill>
              </a:rPr>
              <a:t>topic-kind checker predicts it before promotion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0664" y="5806440"/>
            <a:ext cx="1371600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100" b="1">
                <a:solidFill>
                  <a:srgbClr val="0B3D7A"/>
                </a:solidFill>
              </a:rPr>
              <a:t>More debugging that became tooling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4C5D69"/>
                </a:solidFill>
              </a:rPr>
              <a:t>Ad Hoc 300,000-row cap (count on the whole, sum on a window)   |   same org on two servers   |   nested domain item groups   |   the scheduler's own error before blaming the database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5435072" y="5806440"/>
            <a:ext cx="3931920" cy="822960"/>
          </a:xfrm>
          <a:prstGeom prst="roundRect">
            <a:avLst>
              <a:gd name="adj" fmla="val 50000"/>
            </a:avLst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0B3D7A"/>
                </a:solidFill>
              </a:rPr>
              <a:t>Rule: a lesson is not learned until it is a test or a gate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764023" y="2720340"/>
            <a:ext cx="786385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665207" y="2720340"/>
            <a:ext cx="786385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4566392" y="2720340"/>
            <a:ext cx="786384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7410176" y="3520440"/>
            <a:ext cx="0" cy="27432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9467576" y="4594860"/>
            <a:ext cx="374904" cy="0"/>
          </a:xfrm>
          <a:prstGeom prst="line">
            <a:avLst/>
          </a:prstGeom>
          <a:ln w="34925">
            <a:solidFill>
              <a:srgbClr val="F5E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19842480" y="1810512"/>
            <a:ext cx="0" cy="2784348"/>
          </a:xfrm>
          <a:prstGeom prst="line">
            <a:avLst/>
          </a:prstGeom>
          <a:ln w="34925">
            <a:solidFill>
              <a:srgbClr val="F5E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2706624" y="1810512"/>
            <a:ext cx="17135856" cy="0"/>
          </a:xfrm>
          <a:prstGeom prst="line">
            <a:avLst/>
          </a:prstGeom>
          <a:ln w="34925">
            <a:solidFill>
              <a:srgbClr val="F5E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706624" y="1810512"/>
            <a:ext cx="0" cy="109728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40664" y="9829800"/>
            <a:ext cx="18288000" cy="54864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F5EFE9"/>
                </a:solidFill>
              </a:rPr>
              <a:t>Grey = a real failure and the tool it produced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0664" y="384048"/>
            <a:ext cx="18653760" cy="96012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0">
                <a:solidFill>
                  <a:srgbClr val="F5EFE9"/>
                </a:solidFill>
              </a:rPr>
              <a:t>Jaspersoft REST Promotion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40664" y="1417320"/>
            <a:ext cx="548640" cy="457200"/>
          </a:xfrm>
          <a:prstGeom prst="roundRect">
            <a:avLst>
              <a:gd name="adj" fmla="val 30000"/>
            </a:avLst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0B3D7A"/>
                </a:solidFill>
              </a:rPr>
              <a:t>S6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47488" y="10707624"/>
            <a:ext cx="10012680" cy="45720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1">
                <a:solidFill>
                  <a:srgbClr val="F5EFE9"/>
                </a:solidFill>
              </a:rPr>
              <a:t>@2026, Origin Utility, Inc / Proprietary &amp; Confidential / Internal Use Only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0664" y="201168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1. Export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REST export task, polled, downloaded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41848" y="201168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100" b="1">
                <a:solidFill>
                  <a:srgbClr val="0B3D7A"/>
                </a:solidFill>
              </a:rPr>
              <a:t>2. Rebuild the package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target's own datasource carried; scope files rewritten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43032" y="201168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3. Verify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4C5D69"/>
                </a:solidFill>
              </a:rPr>
              <a:t>no source host or datasource survives; references exist; fields resolve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444216" y="201168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4. Import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update=true, polled; a warning is a failure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444216" y="388620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100" b="1">
                <a:solidFill>
                  <a:srgbClr val="0B3D7A"/>
                </a:solidFill>
              </a:rPr>
              <a:t>5. Re-export and compare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byte-equal inside the scope, stamps ignored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543032" y="388620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6. Execute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views by query, reports as PDF, domains by probe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41848" y="388620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7. Sweep and sign-off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everything in the folder, then the docx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" y="388620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Inventory first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snapshot before, diff after: the rollback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0664" y="5806440"/>
            <a:ext cx="1371600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100" b="1">
                <a:solidFill>
                  <a:srgbClr val="0B3D7A"/>
                </a:solidFill>
              </a:rPr>
              <a:t>What gets switched on the way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4C5D69"/>
                </a:solidFill>
              </a:rPr>
              <a:t>datasource uri, alias and schema id   |   org path and destination folder   |   rootTenantId   |   permissions inherit the folder   |   Ad Hoc topics repaired when the server version changed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5435072" y="5806440"/>
            <a:ext cx="3931920" cy="822960"/>
          </a:xfrm>
          <a:prstGeom prst="roundRect">
            <a:avLst>
              <a:gd name="adj" fmla="val 50000"/>
            </a:avLst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0B3D7A"/>
                </a:solidFill>
              </a:rPr>
              <a:t>Root login on every server, prod only with --i-mean-prod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764023" y="2720340"/>
            <a:ext cx="786385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665207" y="2720340"/>
            <a:ext cx="786385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4566392" y="2720340"/>
            <a:ext cx="786384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7410176" y="3520440"/>
            <a:ext cx="0" cy="27432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14566392" y="4594860"/>
            <a:ext cx="786384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9665207" y="4594860"/>
            <a:ext cx="786385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40664" y="8549640"/>
            <a:ext cx="2743200" cy="457200"/>
          </a:xfrm>
          <a:prstGeom prst="rect">
            <a:avLst/>
          </a:prstGeom>
          <a:noFill/>
        </p:spPr>
        <p:txBody>
          <a:bodyPr wrap="square" anchor="ctr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5EFE9"/>
                </a:solidFill>
              </a:rPr>
              <a:t>Proofs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194560" y="8503920"/>
            <a:ext cx="2647188" cy="50292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0B3D7A"/>
                </a:solidFill>
              </a:rPr>
              <a:t>import without warnings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70348" y="8503920"/>
            <a:ext cx="2331720" cy="50292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0B3D7A"/>
                </a:solidFill>
              </a:rPr>
              <a:t>re-export byte-equal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30668" y="8503920"/>
            <a:ext cx="2647188" cy="50292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0B3D7A"/>
                </a:solidFill>
              </a:rPr>
              <a:t>every resource executes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506456" y="8503920"/>
            <a:ext cx="3488436" cy="50292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0B3D7A"/>
                </a:solidFill>
              </a:rPr>
              <a:t>datasource connection unchanged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0664" y="384048"/>
            <a:ext cx="18653760" cy="96012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0">
                <a:solidFill>
                  <a:srgbClr val="F5EFE9"/>
                </a:solidFill>
              </a:rPr>
              <a:t>The Commands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47488" y="10707624"/>
            <a:ext cx="10012680" cy="45720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1">
                <a:solidFill>
                  <a:srgbClr val="F5EFE9"/>
                </a:solidFill>
              </a:rPr>
              <a:t>@2026, Origin Utility, Inc / Proprietary &amp; Confidential / Internal Use Only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40664" y="1828800"/>
          <a:ext cx="18653760" cy="81381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63840"/>
                <a:gridCol w="10789920"/>
              </a:tblGrid>
              <a:tr h="739832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200" b="1">
                          <a:solidFill>
                            <a:srgbClr val="F5EFE9"/>
                          </a:solidFill>
                        </a:rPr>
                        <a:t>Command</a:t>
                      </a:r>
                    </a:p>
                  </a:txBody>
                  <a:tcPr>
                    <a:solidFill>
                      <a:srgbClr val="0B3D7A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200" b="1">
                          <a:solidFill>
                            <a:srgbClr val="F5EFE9"/>
                          </a:solidFill>
                        </a:rPr>
                        <a:t>Does</a:t>
                      </a:r>
                    </a:p>
                  </a:txBody>
                  <a:tcPr>
                    <a:solidFill>
                      <a:srgbClr val="0B3D7A"/>
                    </a:solidFill>
                  </a:tcPr>
                </a:tc>
              </a:tr>
              <a:tr h="739832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1">
                          <a:solidFill>
                            <a:srgbClr val="0B3D7A"/>
                          </a:solidFill>
                        </a:rPr>
                        <a:t>run_snapshot_rollout_step.py --step baseline-and-validate --clients &lt;c&gt;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>
                          <a:solidFill>
                            <a:srgbClr val="4C5D69"/>
                          </a:solidFill>
                        </a:rPr>
                        <a:t>Submits the baselines, waits for the ready gate, validates, runs the install gate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</a:tr>
              <a:tr h="739832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1">
                          <a:solidFill>
                            <a:srgbClr val="0B3D7A"/>
                          </a:solidFill>
                        </a:rPr>
                        <a:t>run_snapshot_rollout_step.py --step cutover-and-validate --clients &lt;c&gt;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>
                          <a:solidFill>
                            <a:srgbClr val="4C5D69"/>
                          </a:solidFill>
                        </a:rPr>
                        <a:t>Deploys rolling procedures, runs the operational refresh, validates again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9832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1">
                          <a:solidFill>
                            <a:srgbClr val="0B3D7A"/>
                          </a:solidFill>
                        </a:rPr>
                        <a:t>run_snapshot_rollout_step.py --step schedule-operational --clients &lt;c&gt;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>
                          <a:solidFill>
                            <a:srgbClr val="4C5D69"/>
                          </a:solidFill>
                        </a:rPr>
                        <a:t>Creates the scheduler jobs for the active 8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</a:tr>
              <a:tr h="739832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1">
                          <a:solidFill>
                            <a:srgbClr val="0B3D7A"/>
                          </a:solidFill>
                        </a:rPr>
                        <a:t>prod_snapshot_rollout_25_4.sh &lt;client&gt;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>
                          <a:solidFill>
                            <a:srgbClr val="4C5D69"/>
                          </a:solidFill>
                        </a:rPr>
                        <a:t>The whole prod sequence, steps 1 to 8, logged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9832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1">
                          <a:solidFill>
                            <a:srgbClr val="0B3D7A"/>
                          </a:solidFill>
                        </a:rPr>
                        <a:t>jrs_inventory.py snapshot --env prod --orgs &lt;Org&gt;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>
                          <a:solidFill>
                            <a:srgbClr val="4C5D69"/>
                          </a:solidFill>
                        </a:rPr>
                        <a:t>The rollback and the diff baseline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</a:tr>
              <a:tr h="739832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1">
                          <a:solidFill>
                            <a:srgbClr val="0B3D7A"/>
                          </a:solidFill>
                        </a:rPr>
                        <a:t>jrs_promote_test_to_prod.py --org &lt;Org&gt; --folder /SmartCity/Report/Standard_Offering --ds &lt;DS&gt; --i-mean-prod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>
                          <a:solidFill>
                            <a:srgbClr val="4C5D69"/>
                          </a:solidFill>
                        </a:rPr>
                        <a:t>The Standard Offering, test org to prod org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9832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1">
                          <a:solidFill>
                            <a:srgbClr val="0B3D7A"/>
                          </a:solidFill>
                        </a:rPr>
                        <a:t>jrs_promote.py --from prod:&lt;Org&gt; --to test:&lt;Org&gt; --resource &lt;uri&gt; --into &lt;folder&gt; --ds &lt;DS&gt;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>
                          <a:solidFill>
                            <a:srgbClr val="4C5D69"/>
                          </a:solidFill>
                        </a:rPr>
                        <a:t>Any resource, any org, any server, with the seven-step proof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</a:tr>
              <a:tr h="739832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1">
                          <a:solidFill>
                            <a:srgbClr val="0B3D7A"/>
                          </a:solidFill>
                        </a:rPr>
                        <a:t>jrs_domain_patch_apply.py --env test --org &lt;Org&gt; --domain &lt;uri&gt; --patch &lt;module&gt;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>
                          <a:solidFill>
                            <a:srgbClr val="4C5D69"/>
                          </a:solidFill>
                        </a:rPr>
                        <a:t>An additive domain change with seven proofs; --restore rolls it back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9832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1">
                          <a:solidFill>
                            <a:srgbClr val="0B3D7A"/>
                          </a:solidFill>
                        </a:rPr>
                        <a:t>jrs_run_sweep.py --env prod --org &lt;Org&gt; --folder /SmartCity/Report/Standard_Offering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>
                          <a:solidFill>
                            <a:srgbClr val="4C5D69"/>
                          </a:solidFill>
                        </a:rPr>
                        <a:t>Executes every view, report and dashboard and classifies each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</a:tr>
              <a:tr h="739832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1">
                          <a:solidFill>
                            <a:srgbClr val="0B3D7A"/>
                          </a:solidFill>
                        </a:rPr>
                        <a:t>build_standard_offering_validation_doc.py --evidence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>
                          <a:solidFill>
                            <a:srgbClr val="4C5D69"/>
                          </a:solidFill>
                        </a:rPr>
                        <a:t>The sign-off document from the sweep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0664" y="384048"/>
            <a:ext cx="18653760" cy="96012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0">
                <a:solidFill>
                  <a:srgbClr val="F5EFE9"/>
                </a:solidFill>
              </a:rPr>
              <a:t>How AI Runs It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40664" y="1417320"/>
            <a:ext cx="548640" cy="457200"/>
          </a:xfrm>
          <a:prstGeom prst="roundRect">
            <a:avLst>
              <a:gd name="adj" fmla="val 30000"/>
            </a:avLst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0B3D7A"/>
                </a:solidFill>
              </a:rPr>
              <a:t>S7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47488" y="10707624"/>
            <a:ext cx="10012680" cy="45720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1">
                <a:solidFill>
                  <a:srgbClr val="F5EFE9"/>
                </a:solidFill>
              </a:rPr>
              <a:t>@2026, Origin Utility, Inc / Proprietary &amp; Confidential / Internal Use Only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0664" y="201168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Instruction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Chase names the org and the change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41848" y="201168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Skills load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runbooks, measured facts, dated lessons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43032" y="201168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Tool runs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export, patch, build, promote, sweep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444216" y="201168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Proof printed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or the step stops and names the rollback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444216" y="388620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Skill updated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the new fact, with its number, same session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0664" y="388620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What it runs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4C5D69"/>
                </a:solidFill>
              </a:rPr>
              <a:t>builds, promotions, domain patches, sweeps, sign-off docs, diagnostics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41848" y="388620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What it knows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4C5D69"/>
                </a:solidFill>
              </a:rPr>
              <a:t>C2M joins and cardinalities, the server estate, every dated lesson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43032" y="388620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4C5D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F5EFE9"/>
                </a:solidFill>
              </a:rPr>
              <a:t>What it never does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F5EFE9"/>
                </a:solidFill>
              </a:rPr>
              <a:t>write to prod unasked, print a credential, guess a client code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0664" y="5806440"/>
            <a:ext cx="13716000" cy="11887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100" b="1">
                <a:solidFill>
                  <a:srgbClr val="0B3D7A"/>
                </a:solidFill>
              </a:rPr>
              <a:t>Guardrails live in the tools, not in the conversation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4C5D69"/>
                </a:solidFill>
              </a:rPr>
              <a:t>--confirm on every write, --i-mean-prod on prod, read-only Oracle with prod disabled, additive-only domain changes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5435072" y="5806440"/>
            <a:ext cx="3931920" cy="822960"/>
          </a:xfrm>
          <a:prstGeom prst="roundRect">
            <a:avLst>
              <a:gd name="adj" fmla="val 50000"/>
            </a:avLst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0B3D7A"/>
                </a:solidFill>
              </a:rPr>
              <a:t>303 of 379 commits in OriginBA-3, 255 of 351 in originba_dbt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5435072" y="6812280"/>
            <a:ext cx="3931920" cy="1188720"/>
          </a:xfrm>
          <a:prstGeom prst="roundRect">
            <a:avLst>
              <a:gd name="adj" fmla="val 12000"/>
            </a:avLst>
          </a:prstGeom>
          <a:solidFill>
            <a:srgbClr val="4C5D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F5EFE9"/>
                </a:solidFill>
              </a:rPr>
              <a:t>Human-only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F5EFE9"/>
                </a:solidFill>
              </a:rPr>
              <a:t>Ad Hoc designer checks, users, themes, server config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764023" y="2720340"/>
            <a:ext cx="786385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665207" y="2720340"/>
            <a:ext cx="786385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4566392" y="2720340"/>
            <a:ext cx="786384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7410176" y="3520440"/>
            <a:ext cx="0" cy="27432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9467576" y="4594860"/>
            <a:ext cx="374904" cy="0"/>
          </a:xfrm>
          <a:prstGeom prst="line">
            <a:avLst/>
          </a:prstGeom>
          <a:ln w="34925">
            <a:solidFill>
              <a:srgbClr val="F5E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19842480" y="1810512"/>
            <a:ext cx="0" cy="2784348"/>
          </a:xfrm>
          <a:prstGeom prst="line">
            <a:avLst/>
          </a:prstGeom>
          <a:ln w="34925">
            <a:solidFill>
              <a:srgbClr val="F5E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7607808" y="1810512"/>
            <a:ext cx="12234672" cy="0"/>
          </a:xfrm>
          <a:prstGeom prst="line">
            <a:avLst/>
          </a:prstGeom>
          <a:ln w="34925">
            <a:solidFill>
              <a:srgbClr val="F5E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607808" y="1810512"/>
            <a:ext cx="0" cy="109728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40664" y="9829800"/>
            <a:ext cx="18288000" cy="54864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F5EFE9"/>
                </a:solidFill>
              </a:rPr>
              <a:t>The loop: what a session learns goes back into the skills the next session loads.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0664" y="384048"/>
            <a:ext cx="18653760" cy="96012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0">
                <a:solidFill>
                  <a:srgbClr val="F5EFE9"/>
                </a:solidFill>
              </a:rPr>
              <a:t>Results, Measured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47488" y="10707624"/>
            <a:ext cx="10012680" cy="45720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1">
                <a:solidFill>
                  <a:srgbClr val="F5EFE9"/>
                </a:solidFill>
              </a:rPr>
              <a:t>@2026, Origin Utility, Inc / Proprietary &amp; Confidential / Internal Use Only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40664" y="1828800"/>
            <a:ext cx="5913119" cy="3429000"/>
          </a:xfrm>
          <a:prstGeom prst="roundRect">
            <a:avLst>
              <a:gd name="adj" fmla="val 8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20040" rIns="320040" tIns="54864" bIns="54864"/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3D7A"/>
                </a:solidFill>
              </a:rPr>
              <a:t>Snapshots on prod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4C5D69"/>
                </a:solidFill>
              </a:rPr>
              <a:t>Ellensburg, CityCorp, College Station, Newark on the twice-daily schedule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4C5D69"/>
                </a:solidFill>
              </a:rPr>
              <a:t>Baselines run as parallel jobs, gated, unattended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4C5D69"/>
                </a:solidFill>
              </a:rPr>
              <a:t>138,086 of 138,086 balances tie to the cent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10983" y="1828800"/>
            <a:ext cx="5913119" cy="3429000"/>
          </a:xfrm>
          <a:prstGeom prst="roundRect">
            <a:avLst>
              <a:gd name="adj" fmla="val 8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20040" rIns="320040" tIns="54864" bIns="54864"/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3D7A"/>
                </a:solidFill>
              </a:rPr>
              <a:t>Standard Offering to prod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4C5D69"/>
                </a:solidFill>
              </a:rPr>
              <a:t>Ellensburg 11 minutes: 116 ok, 7 empty, 27 slow, 0 errors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4C5D69"/>
                </a:solidFill>
              </a:rPr>
              <a:t>Newark 21 minutes, 0 errors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4C5D69"/>
                </a:solidFill>
              </a:rPr>
              <a:t>596 report units kept loading through the server upgrade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481303" y="1828800"/>
            <a:ext cx="5913119" cy="3429000"/>
          </a:xfrm>
          <a:prstGeom prst="roundRect">
            <a:avLst>
              <a:gd name="adj" fmla="val 8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20040" rIns="320040" tIns="54864" bIns="54864"/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3D7A"/>
                </a:solidFill>
              </a:rPr>
              <a:t>Day-to-day changes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4C5D69"/>
                </a:solidFill>
              </a:rPr>
              <a:t>Adjustment domain exact on six client orgs in an afternoon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4C5D69"/>
                </a:solidFill>
              </a:rPr>
              <a:t>21 College Station reports prod to test in a morning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4C5D69"/>
                </a:solidFill>
              </a:rPr>
              <a:t>111 views repaired the morning prod went to 10.0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0664" y="384048"/>
            <a:ext cx="18653760" cy="96012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4600" b="0">
                <a:solidFill>
                  <a:srgbClr val="F5EFE9"/>
                </a:solidFill>
              </a:rPr>
              <a:t>The Constraint Today, And What Replaces It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40664" y="1417320"/>
            <a:ext cx="548640" cy="457200"/>
          </a:xfrm>
          <a:prstGeom prst="roundRect">
            <a:avLst>
              <a:gd name="adj" fmla="val 30000"/>
            </a:avLst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0B3D7A"/>
                </a:solidFill>
              </a:rPr>
              <a:t>S8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47488" y="10707624"/>
            <a:ext cx="10012680" cy="45720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1">
                <a:solidFill>
                  <a:srgbClr val="F5EFE9"/>
                </a:solidFill>
              </a:rPr>
              <a:t>@2026, Origin Utility, Inc / Proprietary &amp; Confidential / Internal Use Only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0664" y="196596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F5EFE9"/>
                </a:solidFill>
              </a:rPr>
              <a:t>Manual QA now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196596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F5EFE9"/>
                </a:solidFill>
              </a:rPr>
              <a:t>Next: Playwright and agents on the VPN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0664" y="2560320"/>
            <a:ext cx="8778240" cy="1325880"/>
          </a:xfrm>
          <a:prstGeom prst="roundRect">
            <a:avLst>
              <a:gd name="adj" fmla="val 10000"/>
            </a:avLst>
          </a:prstGeom>
          <a:solidFill>
            <a:srgbClr val="4C5D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54864" bIns="54864"/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F5EFE9"/>
                </a:solidFill>
              </a:rPr>
              <a:t>Opening each Ad Hoc view in the designer by hand: the API says 'ok' but only the editor shows a broken topic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607040" y="2560320"/>
            <a:ext cx="8778240" cy="132588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54864" bIns="54864"/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B3D7A"/>
                </a:solidFill>
              </a:rPr>
              <a:t>Playwright signs in, opens every view and dashboard, screenshots it and asserts no error in the page or console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4C5D69"/>
                </a:solidFill>
              </a:rPr>
              <a:t>a pass list per org after every promotion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646920" y="3223260"/>
            <a:ext cx="868680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0664" y="4160520"/>
            <a:ext cx="8778240" cy="1325880"/>
          </a:xfrm>
          <a:prstGeom prst="roundRect">
            <a:avLst>
              <a:gd name="adj" fmla="val 10000"/>
            </a:avLst>
          </a:prstGeom>
          <a:solidFill>
            <a:srgbClr val="4C5D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54864" bIns="54864"/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F5EFE9"/>
                </a:solidFill>
              </a:rPr>
              <a:t>Dashboards and themes checked by eye after formatting changes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607040" y="4160520"/>
            <a:ext cx="8778240" cy="132588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54864" bIns="54864"/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B3D7A"/>
                </a:solidFill>
              </a:rPr>
              <a:t>Playwright reads computed styles and element positions; a diff against the last good render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4C5D69"/>
                </a:solidFill>
              </a:rPr>
              <a:t>measured, not eyeballed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646920" y="4823459"/>
            <a:ext cx="868680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40664" y="5760720"/>
            <a:ext cx="8778240" cy="1325880"/>
          </a:xfrm>
          <a:prstGeom prst="roundRect">
            <a:avLst>
              <a:gd name="adj" fmla="val 10000"/>
            </a:avLst>
          </a:prstGeom>
          <a:solidFill>
            <a:srgbClr val="4C5D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54864" bIns="54864"/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F5EFE9"/>
                </a:solidFill>
              </a:rPr>
              <a:t>Nightly builds and sweeps skip when the laptop is off the VPN: 93% of runs in the last 30 days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607040" y="5760720"/>
            <a:ext cx="8778240" cy="132588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54864" bIns="54864"/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B3D7A"/>
                </a:solidFill>
              </a:rPr>
              <a:t>AI agents hosted in the cloud on the VPN network run the nightlies, the sweeps and the parity checks continuously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4C5D69"/>
                </a:solidFill>
              </a:rPr>
              <a:t>no run depends on a person being connected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646920" y="6423659"/>
            <a:ext cx="868680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40664" y="7360920"/>
            <a:ext cx="8778240" cy="1325880"/>
          </a:xfrm>
          <a:prstGeom prst="roundRect">
            <a:avLst>
              <a:gd name="adj" fmla="val 10000"/>
            </a:avLst>
          </a:prstGeom>
          <a:solidFill>
            <a:srgbClr val="4C5D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54864" bIns="54864"/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F5EFE9"/>
                </a:solidFill>
              </a:rPr>
              <a:t>Sign-off documents assembled when someone asks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607040" y="7360920"/>
            <a:ext cx="8778240" cy="132588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54864" bIns="54864"/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B3D7A"/>
                </a:solidFill>
              </a:rPr>
              <a:t>Continual monitoring: every change swept, every org validated, alerts on the first red row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4C5D69"/>
                </a:solidFill>
              </a:rPr>
              <a:t>the sign-off is always current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646920" y="8023860"/>
            <a:ext cx="868680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0664" y="384048"/>
            <a:ext cx="18653760" cy="96012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0">
                <a:solidFill>
                  <a:srgbClr val="F5EFE9"/>
                </a:solidFill>
              </a:rPr>
              <a:t>Roadmap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40664" y="1417320"/>
            <a:ext cx="548640" cy="457200"/>
          </a:xfrm>
          <a:prstGeom prst="roundRect">
            <a:avLst>
              <a:gd name="adj" fmla="val 30000"/>
            </a:avLst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0B3D7A"/>
                </a:solidFill>
              </a:rPr>
              <a:t>S9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47488" y="10707624"/>
            <a:ext cx="10012680" cy="45720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1">
                <a:solidFill>
                  <a:srgbClr val="F5EFE9"/>
                </a:solidFill>
              </a:rPr>
              <a:t>@2026, Origin Utility, Inc / Proprietary &amp; Confidential / Internal Use Only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0664" y="6099048"/>
            <a:ext cx="3465576" cy="283464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0B3D7A"/>
                </a:solidFill>
              </a:rPr>
              <a:t>Playwright UI QA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C5D69"/>
                </a:solidFill>
              </a:rPr>
              <a:t>Chase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C5D69"/>
                </a:solidFill>
              </a:rPr>
              <a:t>designer and dashboard checks on Origin_DEV first</a:t>
            </a:r>
          </a:p>
        </p:txBody>
      </p:sp>
      <p:sp>
        <p:nvSpPr>
          <p:cNvPr id="6" name="Oval 5"/>
          <p:cNvSpPr/>
          <p:nvPr/>
        </p:nvSpPr>
        <p:spPr>
          <a:xfrm>
            <a:off x="2061972" y="4864608"/>
            <a:ext cx="822960" cy="822960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2400" b="1">
                <a:solidFill>
                  <a:srgbClr val="0B3D7A"/>
                </a:solidFill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35424" y="6099048"/>
            <a:ext cx="3465576" cy="283464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0B3D7A"/>
                </a:solidFill>
              </a:rPr>
              <a:t>Agents on the VPN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C5D69"/>
                </a:solidFill>
              </a:rPr>
              <a:t>Chase / infrastructure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C5D69"/>
                </a:solidFill>
              </a:rPr>
              <a:t>cloud-hosted, continual sweeps and nightlies</a:t>
            </a:r>
          </a:p>
        </p:txBody>
      </p:sp>
      <p:sp>
        <p:nvSpPr>
          <p:cNvPr id="8" name="Oval 7"/>
          <p:cNvSpPr/>
          <p:nvPr/>
        </p:nvSpPr>
        <p:spPr>
          <a:xfrm>
            <a:off x="5856732" y="4864608"/>
            <a:ext cx="822960" cy="822960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2400" b="1">
                <a:solidFill>
                  <a:srgbClr val="0B3D7A"/>
                </a:solidFill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30184" y="6099048"/>
            <a:ext cx="3465576" cy="283464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0B3D7A"/>
                </a:solidFill>
              </a:rPr>
              <a:t>Fond du Lac and College Station prod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C5D69"/>
                </a:solidFill>
              </a:rPr>
              <a:t>Chase / clients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C5D69"/>
                </a:solidFill>
              </a:rPr>
              <a:t>the Standard Offering on every prod org</a:t>
            </a:r>
          </a:p>
        </p:txBody>
      </p:sp>
      <p:sp>
        <p:nvSpPr>
          <p:cNvPr id="10" name="Oval 9"/>
          <p:cNvSpPr/>
          <p:nvPr/>
        </p:nvSpPr>
        <p:spPr>
          <a:xfrm>
            <a:off x="9651492" y="4864608"/>
            <a:ext cx="822960" cy="822960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2400" b="1">
                <a:solidFill>
                  <a:srgbClr val="0B3D7A"/>
                </a:solidFill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124944" y="6099048"/>
            <a:ext cx="3465576" cy="283464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0B3D7A"/>
                </a:solidFill>
              </a:rPr>
              <a:t>Schedulable reports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C5D69"/>
                </a:solidFill>
              </a:rPr>
              <a:t>Chase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C5D69"/>
                </a:solidFill>
              </a:rPr>
              <a:t>interactive tables, as-of dates, relative windows</a:t>
            </a:r>
          </a:p>
        </p:txBody>
      </p:sp>
      <p:sp>
        <p:nvSpPr>
          <p:cNvPr id="12" name="Oval 11"/>
          <p:cNvSpPr/>
          <p:nvPr/>
        </p:nvSpPr>
        <p:spPr>
          <a:xfrm>
            <a:off x="13446252" y="4864608"/>
            <a:ext cx="822960" cy="822960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2400" b="1">
                <a:solidFill>
                  <a:srgbClr val="0B3D7A"/>
                </a:solidFill>
              </a:rPr>
              <a:t>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919704" y="6099048"/>
            <a:ext cx="3465576" cy="2834640"/>
          </a:xfrm>
          <a:prstGeom prst="roundRect">
            <a:avLst>
              <a:gd name="adj" fmla="val 10000"/>
            </a:avLst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0B3D7A"/>
                </a:solidFill>
              </a:rPr>
              <a:t>Domains on the warehouse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0B3D7A"/>
                </a:solidFill>
              </a:rPr>
              <a:t>Chase / DBAs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0B3D7A"/>
                </a:solidFill>
              </a:rPr>
              <a:t>the dbt layer replaces the snapshots</a:t>
            </a:r>
          </a:p>
        </p:txBody>
      </p:sp>
      <p:sp>
        <p:nvSpPr>
          <p:cNvPr id="14" name="Oval 13"/>
          <p:cNvSpPr/>
          <p:nvPr/>
        </p:nvSpPr>
        <p:spPr>
          <a:xfrm>
            <a:off x="17241012" y="4864608"/>
            <a:ext cx="822960" cy="822960"/>
          </a:xfrm>
          <a:prstGeom prst="ellipse">
            <a:avLst/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2400" b="1">
                <a:solidFill>
                  <a:srgbClr val="0B3D7A"/>
                </a:solidFill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0664" y="2103120"/>
            <a:ext cx="18288000" cy="237744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>
                <a:solidFill>
                  <a:srgbClr val="F5EFE9"/>
                </a:solidFill>
              </a:rPr>
              <a:t>In the order that removes the most manual work.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0664" y="384048"/>
            <a:ext cx="18653760" cy="96012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0">
                <a:solidFill>
                  <a:srgbClr val="F5EFE9"/>
                </a:solidFill>
              </a:rPr>
              <a:t>Read These First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47488" y="10707624"/>
            <a:ext cx="10012680" cy="45720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1">
                <a:solidFill>
                  <a:srgbClr val="F5EFE9"/>
                </a:solidFill>
              </a:rPr>
              <a:t>@2026, Origin Utility, Inc / Proprietary &amp; Confidential / Internal Use Only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40664" y="1828800"/>
          <a:ext cx="18653760" cy="6995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680960"/>
                <a:gridCol w="10972800"/>
              </a:tblGrid>
              <a:tr h="77724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200" b="1">
                          <a:solidFill>
                            <a:srgbClr val="F5EFE9"/>
                          </a:solidFill>
                        </a:rPr>
                        <a:t>File</a:t>
                      </a:r>
                    </a:p>
                  </a:txBody>
                  <a:tcPr>
                    <a:solidFill>
                      <a:srgbClr val="0B3D7A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200" b="1">
                          <a:solidFill>
                            <a:srgbClr val="F5EFE9"/>
                          </a:solidFill>
                        </a:rPr>
                        <a:t>Why</a:t>
                      </a:r>
                    </a:p>
                  </a:txBody>
                  <a:tcPr>
                    <a:solidFill>
                      <a:srgbClr val="0B3D7A"/>
                    </a:solidFill>
                  </a:tcPr>
                </a:tc>
              </a:tr>
              <a:tr h="77724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1">
                          <a:solidFill>
                            <a:srgbClr val="0B3D7A"/>
                          </a:solidFill>
                        </a:rPr>
                        <a:t>OriginBA-3/sql/performance/snapshots/deployment_steps/README.md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>
                          <a:solidFill>
                            <a:srgbClr val="4C5D69"/>
                          </a:solidFill>
                        </a:rPr>
                        <a:t>The snapshot layer, step by step, with the procedure model and gates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</a:tr>
              <a:tr h="77724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1">
                          <a:solidFill>
                            <a:srgbClr val="0B3D7A"/>
                          </a:solidFill>
                        </a:rPr>
                        <a:t>OriginBA-3/.claude/skills/originba-snapshot-rollout-qa/SKILL.md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>
                          <a:solidFill>
                            <a:srgbClr val="4C5D69"/>
                          </a:solidFill>
                        </a:rPr>
                        <a:t>How to baseline and QA a client without breaking 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1">
                          <a:solidFill>
                            <a:srgbClr val="0B3D7A"/>
                          </a:solidFill>
                        </a:rPr>
                        <a:t>OriginBA-3/scripts/local/run_snapshot_rollout_step.py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>
                          <a:solidFill>
                            <a:srgbClr val="4C5D69"/>
                          </a:solidFill>
                        </a:rPr>
                        <a:t>The runner: simple and compound steps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</a:tr>
              <a:tr h="77724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1">
                          <a:solidFill>
                            <a:srgbClr val="0B3D7A"/>
                          </a:solidFill>
                        </a:rPr>
                        <a:t>OriginBA-3/.claude/skills/jaspersoft-server-operations/SKILL.md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>
                          <a:solidFill>
                            <a:srgbClr val="4C5D69"/>
                          </a:solidFill>
                        </a:rPr>
                        <a:t>The server estate, every tool, every dated lesson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1">
                          <a:solidFill>
                            <a:srgbClr val="0B3D7A"/>
                          </a:solidFill>
                        </a:rPr>
                        <a:t>OriginBA-3/jaspersoft/docs/origin_dev_to_origin_test_promotion_plan.md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>
                          <a:solidFill>
                            <a:srgbClr val="4C5D69"/>
                          </a:solidFill>
                        </a:rPr>
                        <a:t>The promotion path, proven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</a:tr>
              <a:tr h="77724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1">
                          <a:solidFill>
                            <a:srgbClr val="0B3D7A"/>
                          </a:solidFill>
                        </a:rPr>
                        <a:t>OriginBA-3/scripts/jaspersoft/jrs_promote.py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>
                          <a:solidFill>
                            <a:srgbClr val="4C5D69"/>
                          </a:solidFill>
                        </a:rPr>
                        <a:t>The REST promotion, step by step, with its tests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1">
                          <a:solidFill>
                            <a:srgbClr val="0B3D7A"/>
                          </a:solidFill>
                        </a:rPr>
                        <a:t>OriginBA-3/.claude/skills/originba-validation-signoff/SKILL.md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>
                          <a:solidFill>
                            <a:srgbClr val="4C5D69"/>
                          </a:solidFill>
                        </a:rPr>
                        <a:t>What PASS means on a sign-off row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</a:tr>
              <a:tr h="77724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1">
                          <a:solidFill>
                            <a:srgbClr val="0B3D7A"/>
                          </a:solidFill>
                        </a:rPr>
                        <a:t>OriginBA-3/jaspersoft/docs/ba_automated_deployment_end_to_end.md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>
                          <a:solidFill>
                            <a:srgbClr val="4C5D69"/>
                          </a:solidFill>
                        </a:rPr>
                        <a:t>The written version of this deck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rigin Utility 2025">
      <a:dk1>
        <a:srgbClr val="006DA7"/>
      </a:dk1>
      <a:lt1>
        <a:srgbClr val="F5EFE9"/>
      </a:lt1>
      <a:dk2>
        <a:srgbClr val="006DA7"/>
      </a:dk2>
      <a:lt2>
        <a:srgbClr val="F4EFE9"/>
      </a:lt2>
      <a:accent1>
        <a:srgbClr val="FFA418"/>
      </a:accent1>
      <a:accent2>
        <a:srgbClr val="E9860D"/>
      </a:accent2>
      <a:accent3>
        <a:srgbClr val="BD5720"/>
      </a:accent3>
      <a:accent4>
        <a:srgbClr val="DBD3CC"/>
      </a:accent4>
      <a:accent5>
        <a:srgbClr val="BDB2AC"/>
      </a:accent5>
      <a:accent6>
        <a:srgbClr val="8E837E"/>
      </a:accent6>
      <a:hlink>
        <a:srgbClr val="FFA418"/>
      </a:hlink>
      <a:folHlink>
        <a:srgbClr val="BD572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RG-Deck Template-V1.1.0" id="{543EA141-4271-724E-B203-433C213E4E47}" vid="{7CB0B064-B97B-A240-BD28-B45B388501E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0EC55FE308B3F479D76AF450841754E" ma:contentTypeVersion="12" ma:contentTypeDescription="Create a new document." ma:contentTypeScope="" ma:versionID="e790027c7c34249bb98666c8c9119eaa">
  <xsd:schema xmlns:xsd="http://www.w3.org/2001/XMLSchema" xmlns:xs="http://www.w3.org/2001/XMLSchema" xmlns:p="http://schemas.microsoft.com/office/2006/metadata/properties" xmlns:ns2="12ca6ba9-4514-42dd-bdc3-b6324cc23e5f" xmlns:ns3="d357c37f-953d-43f0-9d5c-41b6999fc31b" targetNamespace="http://schemas.microsoft.com/office/2006/metadata/properties" ma:root="true" ma:fieldsID="bd009a1edaaf9ab5d6f665727a0fec8b" ns2:_="" ns3:_="">
    <xsd:import namespace="12ca6ba9-4514-42dd-bdc3-b6324cc23e5f"/>
    <xsd:import namespace="d357c37f-953d-43f0-9d5c-41b6999fc31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2ca6ba9-4514-42dd-bdc3-b6324cc23e5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SearchProperties" ma:index="1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357c37f-953d-43f0-9d5c-41b6999fc31b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75F15CB5-6569-4BED-87D8-DF74EBB45C9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A4E750B-86ED-4509-BE57-275555DF1C1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2ca6ba9-4514-42dd-bdc3-b6324cc23e5f"/>
    <ds:schemaRef ds:uri="d357c37f-953d-43f0-9d5c-41b6999fc31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367C8049-9568-4DE9-AB0C-6845984CADEA}">
  <ds:schemaRefs>
    <ds:schemaRef ds:uri="http://purl.org/dc/terms/"/>
    <ds:schemaRef ds:uri="http://schemas.microsoft.com/office/2006/metadata/properties"/>
    <ds:schemaRef ds:uri="http://schemas.microsoft.com/office/infopath/2007/PartnerControls"/>
    <ds:schemaRef ds:uri="http://purl.org/dc/elements/1.1/"/>
    <ds:schemaRef ds:uri="http://schemas.microsoft.com/office/2006/documentManagement/types"/>
    <ds:schemaRef ds:uri="http://schemas.openxmlformats.org/package/2006/metadata/core-properties"/>
    <ds:schemaRef ds:uri="d357c37f-953d-43f0-9d5c-41b6999fc31b"/>
    <ds:schemaRef ds:uri="http://www.w3.org/XML/1998/namespace"/>
    <ds:schemaRef ds:uri="12ca6ba9-4514-42dd-bdc3-b6324cc23e5f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ORG-Deck Template-V1.1.0</Template>
  <TotalTime>574</TotalTime>
  <Words>528</Words>
  <Application>Microsoft Office PowerPoint</Application>
  <PresentationFormat>Custom</PresentationFormat>
  <Paragraphs>95</Paragraphs>
  <Slides>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Delight Semi Bold</vt:lpstr>
      <vt:lpstr>Delight Regular</vt:lpstr>
      <vt:lpstr>Arial</vt:lpstr>
      <vt:lpstr>Aptos</vt:lpstr>
      <vt:lpstr>Delight Medium</vt:lpstr>
      <vt:lpstr>Office Theme</vt:lpstr>
      <vt:lpstr>DataVergence App</vt:lpstr>
      <vt:lpstr>PowerPoint Presentation</vt:lpstr>
      <vt:lpstr>PowerPoint Presentation</vt:lpstr>
      <vt:lpstr>What is being solved?</vt:lpstr>
      <vt:lpstr>PowerPoint Presentation</vt:lpstr>
      <vt:lpstr>Roadmap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Geraldine Roddie</dc:creator>
  <cp:lastModifiedBy>Reed Navara</cp:lastModifiedBy>
  <cp:revision>4</cp:revision>
  <dcterms:created xsi:type="dcterms:W3CDTF">2025-11-19T15:32:52Z</dcterms:created>
  <dcterms:modified xsi:type="dcterms:W3CDTF">2026-09-25T00:07:49Z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2025-09-02T00:00:00Z</vt:filetime>
  </property>
  <property fmtid="{D5CDD505-2E9C-101B-9397-08002B2CF9AE}" pid="3" name="Creator">
    <vt:lpwstr>Adobe InDesign 20.5 (Macintosh)</vt:lpwstr>
  </property>
  <property fmtid="{D5CDD505-2E9C-101B-9397-08002B2CF9AE}" pid="4" name="LastSaved">
    <vt:filetime>2025-09-02T00:00:00Z</vt:filetime>
  </property>
  <property fmtid="{D5CDD505-2E9C-101B-9397-08002B2CF9AE}" pid="5" name="Producer">
    <vt:lpwstr>Adobe PDF Library 17.0</vt:lpwstr>
  </property>
  <property fmtid="{D5CDD505-2E9C-101B-9397-08002B2CF9AE}" pid="6" name="ContentTypeId">
    <vt:lpwstr>0x01010000EC55FE308B3F479D76AF450841754E</vt:lpwstr>
  </property>
  <property fmtid="{D5CDD505-2E9C-101B-9397-08002B2CF9AE}" pid="7" name="MediaServiceImageTags">
    <vt:lpwstr/>
  </property>
</Properties>
</file>