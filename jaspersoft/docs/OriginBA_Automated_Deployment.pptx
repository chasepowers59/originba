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24"/>
    <p:sldId id="263" r:id="rId25"/>
    <p:sldId id="264" r:id="rId26"/>
    <p:sldId id="265" r:id="rId27"/>
    <p:sldId id="266" r:id="rId28"/>
    <p:sldId id="267" r:id="rId29"/>
    <p:sldId id="268" r:id="rId30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Automated deployment: database snapshots, Jaspersoft promotion, and the AI that builds and runs it  |  internal documentation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Ships In Release 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Snapshot 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in the client's CISADM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8 reporting tables (the active 8) with a full-history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364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REFRESH procedures: full history once, then rolling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0879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DBMS_SCHEDULER jobs, twice daily, staggered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0" y="348386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" y="384048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Standard Offering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Jaspersoft content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9 workstream folders, 53 domains, 156 Ad Hoc views, 14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36480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Standardized_Reports folder of SQL reports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60879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Theme, input controls, saved filters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0" y="549554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0664" y="585216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5216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Per client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org, one datasource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Authored on Origin_DEV, proven on Origin_TEST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36480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Client test org, then client prod org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60879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Ellensburg, CityCorp, Newark on prod; Fond du Lac and College Station next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58400" y="7507224"/>
            <a:ext cx="0" cy="30175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" y="786384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786384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Proof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before it counts as 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Install gates in the database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364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Sweep executes every view, report and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60879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Sign-off document per org, inventory diff as the rollback record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Two Weeks Then, Hours Now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Before: by hand, one to two weeks per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Now: AI-built tools, 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Snapshot deployment: 19 scripts run one by one in SQL Developer, baselines watched by hand, validation in spreadsheets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command per step; baselines submitted as parallel jobs and gated; the runner logs every step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baseline ready gate, install gates, 12-month parity, duplicate-key safety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46920" y="3182111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Standard Offering to a client: export, edit the package, fix the datasource, import, open reports one by 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promotion command; the datasource is the target's own export; every resource re-exported and executed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Ellensburg prod in 11 minutes, Newark in 21, 0 errors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46920" y="4700016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Moving a client's reports between environments: a day per batch, breakage found later by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7040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21 College Station reports and their 13 domains, prod to test, in one morning, byte-equal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22 executions on test, prod never written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" y="621792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A domain change on every client: Domain Designer per org, days, no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patch module, additive-only guard, applied to six orgs with seven proofs each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read-back byte-equal, bound views run, rows tie to Oracle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46920" y="7735824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Validation sign-off: assembled from screenshots over days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Generated from the sweep in minutes: PASS, EMPTY, FAIL per row with timings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docx per org, evidence JSON beside 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46920" y="9253728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Snapshot Deployment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Preflight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access verification as the deploy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2. Tables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active 8 plus domain-support objects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Procedures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full-history and domain refresh PL/SQL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Baselines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8 jobs submitted in parallel, async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5. Wait and gate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poll the ready gate up to 8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Indexes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post-load, as the deploy 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7. Rolling and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rolling procedures, scheduler jobs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8. Refresh and gates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domain support refresh, 04, 04b, 04d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One command per step, one script for prod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run_snapshot_rollout_step.py --step &lt;name&gt; --clients &lt;c&gt;   |   prod_snapshot_rollout_25_4.sh &lt;client&gt;   |   logs under deploy/snapshot_rollout_logs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VPN needed to start; baselines keep running if it drops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764023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baseline jobs SUCCEEDED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0348" y="8503920"/>
            <a:ext cx="1805940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no empty tables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888" y="8503920"/>
            <a:ext cx="201625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no duplicate keys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49740" y="8503920"/>
            <a:ext cx="15956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CMS FT parity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73967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12-month monthly parity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Full History, Then Rolling Refresh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Baseline procedure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loads all history once, one job per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Validate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row counts, totals, keys after the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Rolling procedure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deletes and rebuilds only the latest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twice daily, 10:00 and 16:00 UTC, 30-minute stagger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Capture runs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08: last run per job, duration,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Data quality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13: high-level checks per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dbt parity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nightly, canvases against these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Windows per client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12 months; 6 at CityCorp and Odessa; 3 rolling with 24 kept at College Station and Newark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The lesson that shaped it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a refresh longer than the 15-minute client timeout committed its DELETE without the INSERT (Newark usage): long refreshes now run as background scheduler jobs, never in the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Rolling schedule held on TEST until approved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baseline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0348" y="8503920"/>
            <a:ext cx="254203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cutover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0979" y="8503920"/>
            <a:ext cx="42245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the first scheduled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How AI Built The Python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The prompt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manual step, its SQL, and the last failure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Script with a dry run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every write named before it is made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Run on TEST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measure it, read the real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Gate added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failure becomes a check that fails first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 records it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dated, with the number, for the next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TEMP blew to 246 GB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staged builds, TEMP capped before the first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EFE9"/>
                </a:solidFill>
              </a:rPr>
              <a:t>Import 'succeeded', wrote nothing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package must carry the target's own datasource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EFE9"/>
                </a:solidFill>
              </a:rPr>
              <a:t>View runs but will not open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topic-kind checker predicts it before promotion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More debugging that became tooling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Ad Hoc 300,000-row cap (count on the whole, sum on a window)   |   same org on two servers   |   nested domain item groups   |   the scheduler's own error before blaming the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Rule: a lesson is not learned until it is a test or a gate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467576" y="4594860"/>
            <a:ext cx="374904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9842480" y="1810512"/>
            <a:ext cx="0" cy="2784348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706624" y="1810512"/>
            <a:ext cx="17135856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06624" y="1810512"/>
            <a:ext cx="0" cy="109728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Grey = a real failure and the tool it produced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Jaspersoft REST Promotion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Export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REST export task, polled, downloaded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2. Rebuild the package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target's own datasource carried; scope files rewritten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Verify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no source host or datasource survives; references exist; fields resolve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Import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update=true, polled; a warning is a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5. Re-export and compare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byte-equal inside the scope, stamps 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Execute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views by query, reports as PDF, domains by probe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7. Sweep and sign-off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everything in the folder, then the docx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Inventory first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snapshot before, diff after: the rollback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What gets switched on the way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datasource uri, alias and schema id   |   org path and destination folder   |   rootTenantId   |   permissions inherit the folder   |   Ad Hoc topics repaired when the server version 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Root login on every server, prod only with --i-mean-prod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import without warnings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0348" y="8503920"/>
            <a:ext cx="2331720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re-export byte-equal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0668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every resource executes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06456" y="8503920"/>
            <a:ext cx="3488436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datasource connection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The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8138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10789920"/>
              </a:tblGrid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baseline-and-validate --clients &lt;c&gt;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Submits the baselines, waits for the ready gate, validates, runs the install gate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cutover-and-validate --clients &lt;c&gt;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Deploys rolling procedures, runs the operational refresh, validates again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schedule-operational --clients &lt;c&gt;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Creates the scheduler jobs for the active 8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prod_snapshot_rollout_25_4.sh &lt;client&gt;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whole prod sequence, steps 1 to 8, logged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jrs_inventory.py snapshot --env prod --orgs &lt;Org&gt;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rollback and the diff baseline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jrs_promote_test_to_prod.py --org &lt;Org&gt; --folder /SmartCity/Report/Standard_Offering --ds &lt;DS&gt; --i-mean-prod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Standard Offering, test org to prod org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jrs_promote.py --from prod:&lt;Org&gt; --to test:&lt;Org&gt; --resource &lt;uri&gt; --into &lt;folder&gt; --ds &lt;DS&gt;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Any resource, any org, any server, with the seven-step proof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jrs_domain_patch_apply.py --env test --org &lt;Org&gt; --domain &lt;uri&gt; --patch &lt;module&gt;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An additive domain change with seven proofs; --restore rolls it 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jrs_run_sweep.py --env prod --org &lt;Org&gt; --folder /SmartCity/Report/Standard_Offering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Executes every view, report and dashboard and classifies each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build_standard_offering_validation_doc.py --evidence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sign-off document from the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How AI Runs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Instruction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Chase names the org and the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Skills load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runbooks, measured facts, dated lessons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Tool runs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export, patch, build, promote, sweep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Proof printed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 the step stops and names the rollback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 updated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new fact, with its number, same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runs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builds, promotions, domain patches, sweeps, sign-off docs,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knows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C2M joins and cardinalities, the server estate, every dated lesson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What it never does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5EFE9"/>
                </a:solidFill>
              </a:rPr>
              <a:t>write to prod unasked, print a credential, guess a client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1887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Guardrails live in the tools, not in the conversation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--confirm on every write, --i-mean-prod on prod, read-only Oracle with prod disabled, additive-only domain changes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303 of 379 commits in OriginBA-3, 255 of 351 in originba_dbt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8122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Human-only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Ad Hoc designer checks, users, themes, server config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467576" y="4594860"/>
            <a:ext cx="374904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9842480" y="1810512"/>
            <a:ext cx="0" cy="2784348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607808" y="1810512"/>
            <a:ext cx="12234672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607808" y="1810512"/>
            <a:ext cx="0" cy="109728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The loop: what a session learns goes back into the skills the next session 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Results,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3223260"/>
            <a:ext cx="5913119" cy="534924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0B3D7A"/>
                </a:solidFill>
              </a:rPr>
              <a:t>100%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138,086 of 138,086 SA balances tie to the cent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Snapshots on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Ellensburg, CityCorp, College Station, Newark refreshed twice daily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Baselines run as parallel jobs, gated, unattended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3223260"/>
            <a:ext cx="5913119" cy="534924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0B3D7A"/>
                </a:solidFill>
              </a:rPr>
              <a:t>11 min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Ellensburg, test org to prod org, 0 errors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Standard Offering to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Newark 21 minutes,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116 ok, 7 empty, 27 slow on the first sweep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596 report units kept loading through the server upgrade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3223260"/>
            <a:ext cx="5913119" cy="534924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0B3D7A"/>
                </a:solidFill>
              </a:rPr>
              <a:t>6 orgs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one domain change, seven proofs each, in an afternoon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Day-to-day changes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21 College Station reports prod to test in a morning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111 views repaired the morning prod went to 10.0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Constraint Today, And What Replaces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Manual QA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Next: Playwright and agents on the VPN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5603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Opening each Ad Hoc view in the designer by hand: the API says 'ok' but only the editor shows a broken topic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25603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Playwright signs in, opens every view and dashboard, screenshots it and asserts no error in the page or console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a pass list per org after every promotion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46920" y="322326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" y="41605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Dashboards and themes checked by eye after formatting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41605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Playwright reads computed styles and element positions; a diff against the last good render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measured, not eyeballed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46920" y="4823459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" y="57607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Nightly builds and sweeps skip when the laptop is off the VPN: 93% of runs in the last 30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7040" y="57607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AI agents hosted in the cloud on the VPN network run the nightlies, the sweeps and the parity checks continuously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no run depends on a person being connected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" y="6423659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" y="73609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Sign-off documents assembled when someone asks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73609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Continual monitoring: every change swept, every org validated, alerts on the first red row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sign-off is always current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46920" y="802386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Playwright UI QA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designer and dashboard checks on Origin_DEV first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Agents on the VPN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infrastructure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cloud-hosted, continual sweeps and nightlies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Fond du Lac and College Station prod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clients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the Standard Offering on every prod org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Schedulable reports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interactive tables, as-of dates, relative windows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Domains on the warehouse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Chase / DBAs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the dbt layer replaces the snapshots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10312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In the order that removes the most manual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Read These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1097280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OriginBA-3/sql/performance/snapshots/deployment_steps/README.md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snapshot layer, step by step, with the procedure model and gates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OriginBA-3/.claude/skills/originba-snapshot-rollout-qa/SKILL.md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How to baseline and QA a client without breaking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OriginBA-3/scripts/local/run_snapshot_rollout_step.py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runner: simple and compound steps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OriginBA-3/.claude/skills/jaspersoft-server-operations/SKILL.md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server estate, every tool, every dated lesson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OriginBA-3/jaspersoft/docs/origin_dev_to_origin_test_promotion_plan.md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promotion path, proven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OriginBA-3/scripts/jaspersoft/jrs_promote.py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REST promotion, step by step, with its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OriginBA-3/.claude/skills/originba-validation-signoff/SKILL.md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What PASS means on a sign-off row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OriginBA-3/jaspersoft/docs/ba_automated_deployment_end_to_end.md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written version of this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