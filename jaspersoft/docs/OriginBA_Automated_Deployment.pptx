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full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full history for the baseline,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Tan = a step a person did by hand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4" name="Rounded Rectangle 23"/>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5" name="Rounded Rectangle 24"/>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6" name="Rounded Rectangle 25"/>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7" name="Rounded Rectangle 26"/>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every year of history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12 months; 6 at CityCorp and Odessa; 3 rolling with 24 kept at College Station and Newark</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3" name="Rounded Rectangle 22"/>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4" name="Rounded Rectangle 23"/>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5641848"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2" name="Rounded Rectangle 11"/>
          <p:cNvSpPr/>
          <p:nvPr/>
        </p:nvSpPr>
        <p:spPr>
          <a:xfrm>
            <a:off x="10543032"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5" name="Rounded Rectangle 24"/>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6" name="Rounded Rectangle 25"/>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27" name="Rounded Rectangle 26"/>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Tan = a real failure and the tool it produced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FFFFF"/>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FFFFF"/>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FFFFF"/>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FFFFF"/>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FFFFF"/>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5" name="Rounded Rectangle 14"/>
          <p:cNvSpPr/>
          <p:nvPr/>
        </p:nvSpPr>
        <p:spPr>
          <a:xfrm>
            <a:off x="15435072" y="6812280"/>
            <a:ext cx="3931920" cy="1188720"/>
          </a:xfrm>
          <a:prstGeom prst="roundRect">
            <a:avLst>
              <a:gd name="adj" fmla="val 12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DBD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0B3D7A"/>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