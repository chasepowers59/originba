
<file path=[Content_Types].xml><?xml version="1.0" encoding="utf-8"?>
<Types xmlns="http://schemas.openxmlformats.org/package/2006/content-types">
  <Default Extension="jpg" ContentType="image/jpeg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media/image2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11"/>
  </p:notesMasterIdLst>
  <p:sldIdLst>
    <p:sldId id="256" r:id="rId10"/>
    <p:sldId id="257" r:id="rId9"/>
    <p:sldId id="258" r:id="rId8"/>
    <p:sldId id="259" r:id="rId7"/>
    <p:sldId id="260" r:id="rId6"/>
  </p:sldIdLst>
  <p:sldSz cx="20104100" cy="11309350"/>
  <p:notesSz cx="20104100" cy="11309350"/>
  <p:embeddedFontLst>
    <p:embeddedFont>
      <p:font typeface="Delight Medium" panose="020B0604020202020204" charset="0"/>
      <p:regular r:id="rId12"/>
      <p:bold r:id="rId13"/>
    </p:embeddedFont>
    <p:embeddedFont>
      <p:font typeface="Delight Regular" panose="020B0604020202020204" charset="0"/>
      <p:regular r:id="rId14"/>
    </p:embeddedFont>
    <p:embeddedFont>
      <p:font typeface="Delight Semi Bold" panose="020B0604020202020204" charset="0"/>
      <p:regular r:id="rId15"/>
      <p:bold r:id="rId16"/>
    </p:embeddedFont>
  </p:embeddedFontLst>
  <p:defaultTextStyle>
    <a:defPPr>
      <a:defRPr kern="0"/>
    </a:def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EECA242-63C1-4819-718C-03DD82C4675D}" name="Matthew Chaump" initials="MC" userId="S::mchaump@originutility.com::b3d42fe6-670a-4966-b5bf-3a36d66e83c8" providerId="AD"/>
  <p188:author id="{1DC4F756-B5AF-C2D4-9316-CD972CDD5EB3}" name="Jim Andrews" initials="JA" userId="S::jandrews@originconsults.com::a05dfb70-bfc1-430f-b538-55d430ac6bc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7D23"/>
    <a:srgbClr val="F5EFE9"/>
    <a:srgbClr val="FFFFFF"/>
    <a:srgbClr val="006DA7"/>
    <a:srgbClr val="103F7C"/>
    <a:srgbClr val="000000"/>
    <a:srgbClr val="2E2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288D44-8111-45FC-9CA5-005E2963CEF0}" v="3" dt="2026-09-24T23:17:50.549"/>
    <p1510:client id="{EFAEBEA1-CE80-4756-ACF3-B164209B0570}" v="2" dt="2026-09-24T15:34:27.156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0" d="100"/>
          <a:sy n="50" d="100"/>
        </p:scale>
        <p:origin x="376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ed Navara" userId="c24476df-5543-40c4-aff2-f9b37b4e2199" providerId="ADAL" clId="{DE4EBD87-7713-4937-BB2F-40F61ABFC847}"/>
    <pc:docChg chg="custSel addSld modSld sldOrd">
      <pc:chgData name="Reed Navara" userId="c24476df-5543-40c4-aff2-f9b37b4e2199" providerId="ADAL" clId="{DE4EBD87-7713-4937-BB2F-40F61ABFC847}" dt="2026-09-25T00:07:49.632" v="466" actId="1076"/>
      <pc:docMkLst>
        <pc:docMk/>
      </pc:docMkLst>
      <pc:sldChg chg="modSp mod">
        <pc:chgData name="Reed Navara" userId="c24476df-5543-40c4-aff2-f9b37b4e2199" providerId="ADAL" clId="{DE4EBD87-7713-4937-BB2F-40F61ABFC847}" dt="2026-09-24T15:13:37.621" v="9" actId="20577"/>
        <pc:sldMkLst>
          <pc:docMk/>
          <pc:sldMk cId="1423065503" sldId="268"/>
        </pc:sldMkLst>
        <pc:spChg chg="mod">
          <ac:chgData name="Reed Navara" userId="c24476df-5543-40c4-aff2-f9b37b4e2199" providerId="ADAL" clId="{DE4EBD87-7713-4937-BB2F-40F61ABFC847}" dt="2026-09-24T15:13:37.621" v="9" actId="20577"/>
          <ac:spMkLst>
            <pc:docMk/>
            <pc:sldMk cId="1423065503" sldId="268"/>
            <ac:spMk id="3" creationId="{E11F4AC8-907D-0D9B-3EC1-080B36B5BD90}"/>
          </ac:spMkLst>
        </pc:spChg>
      </pc:sldChg>
      <pc:sldChg chg="addSp delSp modSp mod ord">
        <pc:chgData name="Reed Navara" userId="c24476df-5543-40c4-aff2-f9b37b4e2199" providerId="ADAL" clId="{DE4EBD87-7713-4937-BB2F-40F61ABFC847}" dt="2026-09-25T00:07:49.632" v="466" actId="1076"/>
        <pc:sldMkLst>
          <pc:docMk/>
          <pc:sldMk cId="4080643058" sldId="305"/>
        </pc:sldMkLst>
        <pc:spChg chg="mod">
          <ac:chgData name="Reed Navara" userId="c24476df-5543-40c4-aff2-f9b37b4e2199" providerId="ADAL" clId="{DE4EBD87-7713-4937-BB2F-40F61ABFC847}" dt="2026-09-24T23:30:16.792" v="239" actId="20577"/>
          <ac:spMkLst>
            <pc:docMk/>
            <pc:sldMk cId="4080643058" sldId="305"/>
            <ac:spMk id="1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9:32.248" v="458" actId="20577"/>
          <ac:spMkLst>
            <pc:docMk/>
            <pc:sldMk cId="4080643058" sldId="305"/>
            <ac:spMk id="1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9:53.112" v="459" actId="478"/>
          <ac:spMkLst>
            <pc:docMk/>
            <pc:sldMk cId="4080643058" sldId="305"/>
            <ac:spMk id="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39.040" v="464" actId="1076"/>
          <ac:spMkLst>
            <pc:docMk/>
            <pc:sldMk cId="4080643058" sldId="305"/>
            <ac:spMk id="2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3.953" v="465" actId="1076"/>
          <ac:spMkLst>
            <pc:docMk/>
            <pc:sldMk cId="4080643058" sldId="305"/>
            <ac:spMk id="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5T00:07:49.632" v="466" actId="1076"/>
          <ac:spMkLst>
            <pc:docMk/>
            <pc:sldMk cId="4080643058" sldId="305"/>
            <ac:spMk id="22" creationId="{00000000-0000-0000-0000-000000000000}"/>
          </ac:spMkLst>
        </pc:spChg>
      </pc:sldChg>
      <pc:sldChg chg="addSp modSp">
        <pc:chgData name="Reed Navara" userId="c24476df-5543-40c4-aff2-f9b37b4e2199" providerId="ADAL" clId="{DE4EBD87-7713-4937-BB2F-40F61ABFC847}" dt="2026-09-21T17:48:56.572" v="7" actId="767"/>
        <pc:sldMkLst>
          <pc:docMk/>
          <pc:sldMk cId="2577594116" sldId="2147327721"/>
        </pc:sldMkLst>
      </pc:sldChg>
      <pc:sldChg chg="addSp modSp mod">
        <pc:chgData name="Reed Navara" userId="c24476df-5543-40c4-aff2-f9b37b4e2199" providerId="ADAL" clId="{DE4EBD87-7713-4937-BB2F-40F61ABFC847}" dt="2026-09-24T23:17:15.811" v="171" actId="1076"/>
        <pc:sldMkLst>
          <pc:docMk/>
          <pc:sldMk cId="832659428" sldId="2147327722"/>
        </pc:sldMkLst>
        <pc:spChg chg="add mod">
          <ac:chgData name="Reed Navara" userId="c24476df-5543-40c4-aff2-f9b37b4e2199" providerId="ADAL" clId="{DE4EBD87-7713-4937-BB2F-40F61ABFC847}" dt="2026-09-21T17:33:20.045" v="4" actId="767"/>
          <ac:spMkLst>
            <pc:docMk/>
            <pc:sldMk cId="832659428" sldId="2147327722"/>
            <ac:spMk id="2" creationId="{07614073-3D00-D5C1-B916-B7FA95B3EE55}"/>
          </ac:spMkLst>
        </pc:spChg>
        <pc:spChg chg="add mod">
          <ac:chgData name="Reed Navara" userId="c24476df-5543-40c4-aff2-f9b37b4e2199" providerId="ADAL" clId="{DE4EBD87-7713-4937-BB2F-40F61ABFC847}" dt="2026-09-24T23:17:15.811" v="171" actId="1076"/>
          <ac:spMkLst>
            <pc:docMk/>
            <pc:sldMk cId="832659428" sldId="2147327722"/>
            <ac:spMk id="3" creationId="{475E2A8C-B58E-4DCF-6869-25D6C75F772F}"/>
          </ac:spMkLst>
        </pc:spChg>
      </pc:sldChg>
      <pc:sldChg chg="addSp delSp modSp add mod ord modNotesTx">
        <pc:chgData name="Reed Navara" userId="c24476df-5543-40c4-aff2-f9b37b4e2199" providerId="ADAL" clId="{DE4EBD87-7713-4937-BB2F-40F61ABFC847}" dt="2026-09-24T23:29:27.208" v="227" actId="478"/>
        <pc:sldMkLst>
          <pc:docMk/>
          <pc:sldMk cId="0" sldId="2147327723"/>
        </pc:sldMkLst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1.055" v="97" actId="478"/>
          <ac:spMkLst>
            <pc:docMk/>
            <pc:sldMk cId="0" sldId="2147327723"/>
            <ac:spMk id="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4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17:23.615" v="173" actId="478"/>
          <ac:spMkLst>
            <pc:docMk/>
            <pc:sldMk cId="0" sldId="2147327723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3:46.838" v="70" actId="20577"/>
          <ac:spMkLst>
            <pc:docMk/>
            <pc:sldMk cId="0" sldId="2147327723"/>
            <ac:spMk id="90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06.118" v="80" actId="20577"/>
          <ac:spMkLst>
            <pc:docMk/>
            <pc:sldMk cId="0" sldId="2147327723"/>
            <ac:spMk id="90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9:15.986" v="225" actId="20577"/>
          <ac:spMkLst>
            <pc:docMk/>
            <pc:sldMk cId="0" sldId="2147327723"/>
            <ac:spMk id="910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14.703" v="81" actId="20577"/>
          <ac:spMkLst>
            <pc:docMk/>
            <pc:sldMk cId="0" sldId="2147327723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4:27.610" v="94" actId="20577"/>
          <ac:spMkLst>
            <pc:docMk/>
            <pc:sldMk cId="0" sldId="2147327723"/>
            <ac:spMk id="915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29.177" v="101" actId="1076"/>
          <ac:spMkLst>
            <pc:docMk/>
            <pc:sldMk cId="0" sldId="2147327723"/>
            <ac:spMk id="91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37.130" v="95" actId="478"/>
          <ac:spMkLst>
            <pc:docMk/>
            <pc:sldMk cId="0" sldId="2147327723"/>
            <ac:spMk id="919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40.065" v="96" actId="478"/>
          <ac:spMkLst>
            <pc:docMk/>
            <pc:sldMk cId="0" sldId="2147327723"/>
            <ac:spMk id="920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14:55.180" v="99" actId="478"/>
          <ac:spMkLst>
            <pc:docMk/>
            <pc:sldMk cId="0" sldId="2147327723"/>
            <ac:spMk id="92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3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5:12.826" v="100" actId="1076"/>
          <ac:spMkLst>
            <pc:docMk/>
            <pc:sldMk cId="0" sldId="2147327723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28:32.529" v="198" actId="20577"/>
          <ac:spMkLst>
            <pc:docMk/>
            <pc:sldMk cId="0" sldId="2147327723"/>
            <ac:spMk id="928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1.721" v="200" actId="478"/>
          <ac:spMkLst>
            <pc:docMk/>
            <pc:sldMk cId="0" sldId="2147327723"/>
            <ac:spMk id="932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7.208" v="227" actId="478"/>
          <ac:spMkLst>
            <pc:docMk/>
            <pc:sldMk cId="0" sldId="2147327723"/>
            <ac:spMk id="933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9:25.318" v="226" actId="478"/>
          <ac:spMkLst>
            <pc:docMk/>
            <pc:sldMk cId="0" sldId="2147327723"/>
            <ac:spMk id="934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5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8.888" v="205" actId="478"/>
          <ac:spMkLst>
            <pc:docMk/>
            <pc:sldMk cId="0" sldId="2147327723"/>
            <ac:spMk id="936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7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9:00.029" v="206" actId="478"/>
          <ac:spMkLst>
            <pc:docMk/>
            <pc:sldMk cId="0" sldId="2147327723"/>
            <ac:spMk id="93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23:28:55.539" v="201" actId="478"/>
          <ac:spMkLst>
            <pc:docMk/>
            <pc:sldMk cId="0" sldId="2147327723"/>
            <ac:spMk id="939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28:57.065" v="203" actId="478"/>
          <ac:spMkLst>
            <pc:docMk/>
            <pc:sldMk cId="0" sldId="2147327723"/>
            <ac:spMk id="940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41:40.284" v="68" actId="478"/>
          <ac:spMkLst>
            <pc:docMk/>
            <pc:sldMk cId="0" sldId="2147327723"/>
            <ac:spMk id="948" creationId="{00000000-0000-0000-0000-000000000000}"/>
          </ac:spMkLst>
        </pc:spChg>
        <pc:cxnChg chg="add mod">
          <ac:chgData name="Reed Navara" userId="c24476df-5543-40c4-aff2-f9b37b4e2199" providerId="ADAL" clId="{DE4EBD87-7713-4937-BB2F-40F61ABFC847}" dt="2026-09-24T23:15:39.985" v="103" actId="1076"/>
          <ac:cxnSpMkLst>
            <pc:docMk/>
            <pc:sldMk cId="0" sldId="2147327723"/>
            <ac:cxnSpMk id="6" creationId="{BEB60A8F-C93B-AC7B-D6D4-DCC85505D9A0}"/>
          </ac:cxnSpMkLst>
        </pc:cxnChg>
        <pc:cxnChg chg="add mod">
          <ac:chgData name="Reed Navara" userId="c24476df-5543-40c4-aff2-f9b37b4e2199" providerId="ADAL" clId="{DE4EBD87-7713-4937-BB2F-40F61ABFC847}" dt="2026-09-24T23:15:47.531" v="105" actId="1076"/>
          <ac:cxnSpMkLst>
            <pc:docMk/>
            <pc:sldMk cId="0" sldId="2147327723"/>
            <ac:cxnSpMk id="7" creationId="{2462D4BF-95F9-8B56-61ED-8C1DFDA4FC54}"/>
          </ac:cxnSpMkLst>
        </pc:cxnChg>
        <pc:cxnChg chg="mod">
          <ac:chgData name="Reed Navara" userId="c24476df-5543-40c4-aff2-f9b37b4e2199" providerId="ADAL" clId="{DE4EBD87-7713-4937-BB2F-40F61ABFC847}" dt="2026-09-24T23:29:05.016" v="207" actId="1076"/>
          <ac:cxnSpMkLst>
            <pc:docMk/>
            <pc:sldMk cId="0" sldId="2147327723"/>
            <ac:cxnSpMk id="912" creationId="{00000000-0000-0000-0000-000000000000}"/>
          </ac:cxnSpMkLst>
        </pc:cxnChg>
      </pc:sldChg>
      <pc:sldChg chg="delSp modSp add mod ord">
        <pc:chgData name="Reed Navara" userId="c24476df-5543-40c4-aff2-f9b37b4e2199" providerId="ADAL" clId="{DE4EBD87-7713-4937-BB2F-40F61ABFC847}" dt="2026-09-24T23:47:40.576" v="414" actId="20577"/>
        <pc:sldMkLst>
          <pc:docMk/>
          <pc:sldMk cId="0" sldId="2147327724"/>
        </pc:sldMkLst>
        <pc:spChg chg="mod">
          <ac:chgData name="Reed Navara" userId="c24476df-5543-40c4-aff2-f9b37b4e2199" providerId="ADAL" clId="{DE4EBD87-7713-4937-BB2F-40F61ABFC847}" dt="2026-09-24T15:35:50.223" v="59" actId="20577"/>
          <ac:spMkLst>
            <pc:docMk/>
            <pc:sldMk cId="0" sldId="2147327724"/>
            <ac:spMk id="2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15:35:57.631" v="61" actId="478"/>
          <ac:spMkLst>
            <pc:docMk/>
            <pc:sldMk cId="0" sldId="2147327724"/>
            <ac:spMk id="90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6:30.121" v="367" actId="20577"/>
          <ac:spMkLst>
            <pc:docMk/>
            <pc:sldMk cId="0" sldId="2147327724"/>
            <ac:spMk id="902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6:40.616" v="373" actId="20577"/>
          <ac:spMkLst>
            <pc:docMk/>
            <pc:sldMk cId="0" sldId="2147327724"/>
            <ac:spMk id="90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15:36:10.817" v="63" actId="14100"/>
          <ac:spMkLst>
            <pc:docMk/>
            <pc:sldMk cId="0" sldId="2147327724"/>
            <ac:spMk id="911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3.568" v="168" actId="20577"/>
          <ac:spMkLst>
            <pc:docMk/>
            <pc:sldMk cId="0" sldId="2147327724"/>
            <ac:spMk id="91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0.333" v="166" actId="20577"/>
          <ac:spMkLst>
            <pc:docMk/>
            <pc:sldMk cId="0" sldId="2147327724"/>
            <ac:spMk id="917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7:07.239" v="170" actId="20577"/>
          <ac:spMkLst>
            <pc:docMk/>
            <pc:sldMk cId="0" sldId="2147327724"/>
            <ac:spMk id="918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37.639" v="133" actId="20577"/>
          <ac:spMkLst>
            <pc:docMk/>
            <pc:sldMk cId="0" sldId="2147327724"/>
            <ac:spMk id="919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16:51.954" v="164" actId="20577"/>
          <ac:spMkLst>
            <pc:docMk/>
            <pc:sldMk cId="0" sldId="2147327724"/>
            <ac:spMk id="921" creationId="{00000000-0000-0000-0000-000000000000}"/>
          </ac:spMkLst>
        </pc:spChg>
        <pc:spChg chg="del mod">
          <ac:chgData name="Reed Navara" userId="c24476df-5543-40c4-aff2-f9b37b4e2199" providerId="ADAL" clId="{DE4EBD87-7713-4937-BB2F-40F61ABFC847}" dt="2026-09-24T23:44:33.729" v="278" actId="20577"/>
          <ac:spMkLst>
            <pc:docMk/>
            <pc:sldMk cId="0" sldId="2147327724"/>
            <ac:spMk id="924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4:45.716" v="306" actId="20577"/>
          <ac:spMkLst>
            <pc:docMk/>
            <pc:sldMk cId="0" sldId="2147327724"/>
            <ac:spMk id="926" creationId="{00000000-0000-0000-0000-000000000000}"/>
          </ac:spMkLst>
        </pc:spChg>
        <pc:spChg chg="mod">
          <ac:chgData name="Reed Navara" userId="c24476df-5543-40c4-aff2-f9b37b4e2199" providerId="ADAL" clId="{DE4EBD87-7713-4937-BB2F-40F61ABFC847}" dt="2026-09-24T23:47:40.576" v="414" actId="20577"/>
          <ac:spMkLst>
            <pc:docMk/>
            <pc:sldMk cId="0" sldId="2147327724"/>
            <ac:spMk id="928" creationId="{00000000-0000-0000-0000-000000000000}"/>
          </ac:spMkLst>
        </pc:spChg>
        <pc:spChg chg="del">
          <ac:chgData name="Reed Navara" userId="c24476df-5543-40c4-aff2-f9b37b4e2199" providerId="ADAL" clId="{DE4EBD87-7713-4937-BB2F-40F61ABFC847}" dt="2026-09-24T15:36:01.676" v="62" actId="478"/>
          <ac:spMkLst>
            <pc:docMk/>
            <pc:sldMk cId="0" sldId="2147327724"/>
            <ac:spMk id="931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CD3FFB-ECF6-4148-B895-0C2C3FEFEFBE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A6CCB5-C92D-914A-9E84-276068BE157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977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3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–Blue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45294" y="4283075"/>
            <a:ext cx="11593156" cy="3118468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11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2">
            <a:lum/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61789" y="1291981"/>
            <a:ext cx="11593156" cy="1505194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11000"/>
              </a:lnSpc>
              <a:defRPr sz="80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8D0D04F6-CE8F-4B3D-254C-16C3EA7CEFE5}"/>
              </a:ext>
            </a:extLst>
          </p:cNvPr>
          <p:cNvSpPr txBox="1"/>
          <p:nvPr userDrawn="1"/>
        </p:nvSpPr>
        <p:spPr>
          <a:xfrm>
            <a:off x="709791" y="10379138"/>
            <a:ext cx="823594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lang="en-US"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AGENDA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D281A33B-1B20-5C81-E2D2-260E685F51E0}"/>
              </a:ext>
            </a:extLst>
          </p:cNvPr>
          <p:cNvSpPr txBox="1"/>
          <p:nvPr userDrawn="1"/>
        </p:nvSpPr>
        <p:spPr>
          <a:xfrm>
            <a:off x="744693" y="676911"/>
            <a:ext cx="1344295" cy="190437"/>
          </a:xfrm>
          <a:prstGeom prst="rect">
            <a:avLst/>
          </a:prstGeom>
        </p:spPr>
        <p:txBody>
          <a:bodyPr vert="horz" wrap="non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ORIGIN</a:t>
            </a:r>
            <a:r>
              <a:rPr sz="1150" b="1" i="0" spc="3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UTILIT</a:t>
            </a:r>
            <a:r>
              <a:rPr sz="1150" b="1" i="0" spc="-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-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Y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8" name="object 5">
            <a:extLst>
              <a:ext uri="{FF2B5EF4-FFF2-40B4-BE49-F238E27FC236}">
                <a16:creationId xmlns:a16="http://schemas.microsoft.com/office/drawing/2014/main" id="{283AC1B9-1309-ED25-3E3B-C1B0AAD47B71}"/>
              </a:ext>
            </a:extLst>
          </p:cNvPr>
          <p:cNvSpPr txBox="1"/>
          <p:nvPr userDrawn="1"/>
        </p:nvSpPr>
        <p:spPr>
          <a:xfrm>
            <a:off x="3945294" y="676911"/>
            <a:ext cx="366395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b="1" i="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</a:t>
            </a:r>
            <a:r>
              <a:rPr sz="1150" b="1" i="0" spc="-5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PT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CDC16121-AF0E-C344-65B6-08416D0DF56E}"/>
              </a:ext>
            </a:extLst>
          </p:cNvPr>
          <p:cNvSpPr txBox="1"/>
          <p:nvPr userDrawn="1"/>
        </p:nvSpPr>
        <p:spPr>
          <a:xfrm>
            <a:off x="17337453" y="10379138"/>
            <a:ext cx="2077720" cy="190437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r">
              <a:lnSpc>
                <a:spcPct val="100000"/>
              </a:lnSpc>
              <a:spcBef>
                <a:spcPts val="105"/>
              </a:spcBef>
            </a:pPr>
            <a:r>
              <a:rPr sz="1150" b="1" i="0" spc="13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DEVELOPED</a:t>
            </a:r>
            <a:r>
              <a:rPr sz="1150" b="1" i="0" spc="31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5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BY</a:t>
            </a:r>
            <a:r>
              <a:rPr sz="1150" b="1" i="0" spc="33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 </a:t>
            </a:r>
            <a:r>
              <a:rPr sz="1150" b="1" i="0" spc="105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END</a:t>
            </a:r>
            <a:r>
              <a:rPr sz="1150" b="1" i="0" spc="80">
                <a:solidFill>
                  <a:srgbClr val="F5EFE8"/>
                </a:solidFill>
                <a:latin typeface="Delight Semi Bold" pitchFamily="2" charset="77"/>
                <a:cs typeface="Delight-SemiBold"/>
              </a:rPr>
              <a:t>URE </a:t>
            </a:r>
            <a:endParaRPr sz="1150" b="1" i="0">
              <a:latin typeface="Delight Semi Bold" pitchFamily="2" charset="77"/>
              <a:cs typeface="Delight-SemiBold"/>
            </a:endParaRPr>
          </a:p>
        </p:txBody>
      </p:sp>
      <p:sp>
        <p:nvSpPr>
          <p:cNvPr id="10" name="object 7">
            <a:extLst>
              <a:ext uri="{FF2B5EF4-FFF2-40B4-BE49-F238E27FC236}">
                <a16:creationId xmlns:a16="http://schemas.microsoft.com/office/drawing/2014/main" id="{581AB839-9041-55C6-23FC-846A3E706A5D}"/>
              </a:ext>
            </a:extLst>
          </p:cNvPr>
          <p:cNvSpPr/>
          <p:nvPr userDrawn="1"/>
        </p:nvSpPr>
        <p:spPr>
          <a:xfrm>
            <a:off x="18324083" y="669925"/>
            <a:ext cx="1057910" cy="488950"/>
          </a:xfrm>
          <a:custGeom>
            <a:avLst/>
            <a:gdLst/>
            <a:ahLst/>
            <a:cxnLst/>
            <a:rect l="l" t="t" r="r" b="b"/>
            <a:pathLst>
              <a:path w="1057909" h="488950">
                <a:moveTo>
                  <a:pt x="984075" y="396998"/>
                </a:moveTo>
                <a:lnTo>
                  <a:pt x="274456" y="396998"/>
                </a:lnTo>
                <a:lnTo>
                  <a:pt x="282011" y="397483"/>
                </a:lnTo>
                <a:lnTo>
                  <a:pt x="289417" y="399428"/>
                </a:lnTo>
                <a:lnTo>
                  <a:pt x="339308" y="416752"/>
                </a:lnTo>
                <a:lnTo>
                  <a:pt x="416480" y="440139"/>
                </a:lnTo>
                <a:lnTo>
                  <a:pt x="462744" y="452293"/>
                </a:lnTo>
                <a:lnTo>
                  <a:pt x="512767" y="463786"/>
                </a:lnTo>
                <a:lnTo>
                  <a:pt x="565526" y="473895"/>
                </a:lnTo>
                <a:lnTo>
                  <a:pt x="620002" y="481893"/>
                </a:lnTo>
                <a:lnTo>
                  <a:pt x="675173" y="487055"/>
                </a:lnTo>
                <a:lnTo>
                  <a:pt x="730019" y="488656"/>
                </a:lnTo>
                <a:lnTo>
                  <a:pt x="783518" y="485971"/>
                </a:lnTo>
                <a:lnTo>
                  <a:pt x="834651" y="478275"/>
                </a:lnTo>
                <a:lnTo>
                  <a:pt x="882395" y="464842"/>
                </a:lnTo>
                <a:lnTo>
                  <a:pt x="925731" y="444948"/>
                </a:lnTo>
                <a:lnTo>
                  <a:pt x="963637" y="417867"/>
                </a:lnTo>
                <a:lnTo>
                  <a:pt x="984075" y="396998"/>
                </a:lnTo>
                <a:close/>
              </a:path>
              <a:path w="1057909" h="488950">
                <a:moveTo>
                  <a:pt x="327476" y="0"/>
                </a:moveTo>
                <a:lnTo>
                  <a:pt x="273977" y="2684"/>
                </a:lnTo>
                <a:lnTo>
                  <a:pt x="222845" y="10380"/>
                </a:lnTo>
                <a:lnTo>
                  <a:pt x="175102" y="23813"/>
                </a:lnTo>
                <a:lnTo>
                  <a:pt x="131767" y="43707"/>
                </a:lnTo>
                <a:lnTo>
                  <a:pt x="93863" y="70789"/>
                </a:lnTo>
                <a:lnTo>
                  <a:pt x="51623" y="113915"/>
                </a:lnTo>
                <a:lnTo>
                  <a:pt x="22677" y="156023"/>
                </a:lnTo>
                <a:lnTo>
                  <a:pt x="5858" y="197339"/>
                </a:lnTo>
                <a:lnTo>
                  <a:pt x="0" y="238092"/>
                </a:lnTo>
                <a:lnTo>
                  <a:pt x="3935" y="278510"/>
                </a:lnTo>
                <a:lnTo>
                  <a:pt x="16498" y="318820"/>
                </a:lnTo>
                <a:lnTo>
                  <a:pt x="36521" y="359250"/>
                </a:lnTo>
                <a:lnTo>
                  <a:pt x="62838" y="400029"/>
                </a:lnTo>
                <a:lnTo>
                  <a:pt x="94282" y="441385"/>
                </a:lnTo>
                <a:lnTo>
                  <a:pt x="128614" y="456080"/>
                </a:lnTo>
                <a:lnTo>
                  <a:pt x="141306" y="452829"/>
                </a:lnTo>
                <a:lnTo>
                  <a:pt x="259690" y="400381"/>
                </a:lnTo>
                <a:lnTo>
                  <a:pt x="266949" y="397967"/>
                </a:lnTo>
                <a:lnTo>
                  <a:pt x="274456" y="396998"/>
                </a:lnTo>
                <a:lnTo>
                  <a:pt x="984075" y="396998"/>
                </a:lnTo>
                <a:lnTo>
                  <a:pt x="987902" y="393091"/>
                </a:lnTo>
                <a:lnTo>
                  <a:pt x="853329" y="393091"/>
                </a:lnTo>
                <a:lnTo>
                  <a:pt x="804263" y="389851"/>
                </a:lnTo>
                <a:lnTo>
                  <a:pt x="749241" y="381272"/>
                </a:lnTo>
                <a:lnTo>
                  <a:pt x="698489" y="370377"/>
                </a:lnTo>
                <a:lnTo>
                  <a:pt x="282074" y="370377"/>
                </a:lnTo>
                <a:lnTo>
                  <a:pt x="165975" y="266089"/>
                </a:lnTo>
                <a:lnTo>
                  <a:pt x="135315" y="228263"/>
                </a:lnTo>
                <a:lnTo>
                  <a:pt x="114544" y="194584"/>
                </a:lnTo>
                <a:lnTo>
                  <a:pt x="106070" y="164302"/>
                </a:lnTo>
                <a:lnTo>
                  <a:pt x="112303" y="136665"/>
                </a:lnTo>
                <a:lnTo>
                  <a:pt x="135652" y="110923"/>
                </a:lnTo>
                <a:lnTo>
                  <a:pt x="163993" y="99116"/>
                </a:lnTo>
                <a:lnTo>
                  <a:pt x="204165" y="95560"/>
                </a:lnTo>
                <a:lnTo>
                  <a:pt x="999134" y="95560"/>
                </a:lnTo>
                <a:lnTo>
                  <a:pt x="996615" y="91657"/>
                </a:lnTo>
                <a:lnTo>
                  <a:pt x="783036" y="91657"/>
                </a:lnTo>
                <a:lnTo>
                  <a:pt x="775479" y="91173"/>
                </a:lnTo>
                <a:lnTo>
                  <a:pt x="768073" y="89228"/>
                </a:lnTo>
                <a:lnTo>
                  <a:pt x="747050" y="81686"/>
                </a:lnTo>
                <a:lnTo>
                  <a:pt x="718185" y="71903"/>
                </a:lnTo>
                <a:lnTo>
                  <a:pt x="641015" y="48516"/>
                </a:lnTo>
                <a:lnTo>
                  <a:pt x="594750" y="36363"/>
                </a:lnTo>
                <a:lnTo>
                  <a:pt x="544728" y="24869"/>
                </a:lnTo>
                <a:lnTo>
                  <a:pt x="491969" y="14761"/>
                </a:lnTo>
                <a:lnTo>
                  <a:pt x="437493" y="6763"/>
                </a:lnTo>
                <a:lnTo>
                  <a:pt x="382322" y="1601"/>
                </a:lnTo>
                <a:lnTo>
                  <a:pt x="327476" y="0"/>
                </a:lnTo>
                <a:close/>
              </a:path>
              <a:path w="1057909" h="488950">
                <a:moveTo>
                  <a:pt x="1013794" y="118278"/>
                </a:moveTo>
                <a:lnTo>
                  <a:pt x="775415" y="118278"/>
                </a:lnTo>
                <a:lnTo>
                  <a:pt x="788148" y="118739"/>
                </a:lnTo>
                <a:lnTo>
                  <a:pt x="800076" y="123202"/>
                </a:lnTo>
                <a:lnTo>
                  <a:pt x="891522" y="222562"/>
                </a:lnTo>
                <a:lnTo>
                  <a:pt x="922183" y="260388"/>
                </a:lnTo>
                <a:lnTo>
                  <a:pt x="942954" y="294068"/>
                </a:lnTo>
                <a:lnTo>
                  <a:pt x="951426" y="324352"/>
                </a:lnTo>
                <a:lnTo>
                  <a:pt x="945190" y="351990"/>
                </a:lnTo>
                <a:lnTo>
                  <a:pt x="921838" y="377732"/>
                </a:lnTo>
                <a:lnTo>
                  <a:pt x="893500" y="389537"/>
                </a:lnTo>
                <a:lnTo>
                  <a:pt x="853329" y="393091"/>
                </a:lnTo>
                <a:lnTo>
                  <a:pt x="987902" y="393091"/>
                </a:lnTo>
                <a:lnTo>
                  <a:pt x="1005874" y="374740"/>
                </a:lnTo>
                <a:lnTo>
                  <a:pt x="1034818" y="332632"/>
                </a:lnTo>
                <a:lnTo>
                  <a:pt x="1051636" y="291316"/>
                </a:lnTo>
                <a:lnTo>
                  <a:pt x="1057493" y="250563"/>
                </a:lnTo>
                <a:lnTo>
                  <a:pt x="1053557" y="210146"/>
                </a:lnTo>
                <a:lnTo>
                  <a:pt x="1040996" y="169836"/>
                </a:lnTo>
                <a:lnTo>
                  <a:pt x="1020974" y="129405"/>
                </a:lnTo>
                <a:lnTo>
                  <a:pt x="1013794" y="118278"/>
                </a:lnTo>
                <a:close/>
              </a:path>
              <a:path w="1057909" h="488950">
                <a:moveTo>
                  <a:pt x="443085" y="297108"/>
                </a:moveTo>
                <a:lnTo>
                  <a:pt x="435384" y="298345"/>
                </a:lnTo>
                <a:lnTo>
                  <a:pt x="427989" y="301106"/>
                </a:lnTo>
                <a:lnTo>
                  <a:pt x="294579" y="366633"/>
                </a:lnTo>
                <a:lnTo>
                  <a:pt x="282074" y="370377"/>
                </a:lnTo>
                <a:lnTo>
                  <a:pt x="698489" y="370377"/>
                </a:lnTo>
                <a:lnTo>
                  <a:pt x="691199" y="368812"/>
                </a:lnTo>
                <a:lnTo>
                  <a:pt x="633077" y="353928"/>
                </a:lnTo>
                <a:lnTo>
                  <a:pt x="577813" y="338075"/>
                </a:lnTo>
                <a:lnTo>
                  <a:pt x="528343" y="322710"/>
                </a:lnTo>
                <a:lnTo>
                  <a:pt x="487607" y="309291"/>
                </a:lnTo>
                <a:lnTo>
                  <a:pt x="458543" y="299274"/>
                </a:lnTo>
                <a:lnTo>
                  <a:pt x="450877" y="297412"/>
                </a:lnTo>
                <a:lnTo>
                  <a:pt x="443085" y="297108"/>
                </a:lnTo>
                <a:close/>
              </a:path>
              <a:path w="1057909" h="488950">
                <a:moveTo>
                  <a:pt x="999134" y="95560"/>
                </a:moveTo>
                <a:lnTo>
                  <a:pt x="204165" y="95560"/>
                </a:lnTo>
                <a:lnTo>
                  <a:pt x="253231" y="98800"/>
                </a:lnTo>
                <a:lnTo>
                  <a:pt x="308254" y="107379"/>
                </a:lnTo>
                <a:lnTo>
                  <a:pt x="366294" y="119839"/>
                </a:lnTo>
                <a:lnTo>
                  <a:pt x="424415" y="134725"/>
                </a:lnTo>
                <a:lnTo>
                  <a:pt x="479679" y="150579"/>
                </a:lnTo>
                <a:lnTo>
                  <a:pt x="529147" y="165944"/>
                </a:lnTo>
                <a:lnTo>
                  <a:pt x="569883" y="179364"/>
                </a:lnTo>
                <a:lnTo>
                  <a:pt x="598947" y="189382"/>
                </a:lnTo>
                <a:lnTo>
                  <a:pt x="606619" y="191244"/>
                </a:lnTo>
                <a:lnTo>
                  <a:pt x="614412" y="191547"/>
                </a:lnTo>
                <a:lnTo>
                  <a:pt x="622112" y="190306"/>
                </a:lnTo>
                <a:lnTo>
                  <a:pt x="629501" y="187539"/>
                </a:lnTo>
                <a:lnTo>
                  <a:pt x="762911" y="122023"/>
                </a:lnTo>
                <a:lnTo>
                  <a:pt x="775415" y="118278"/>
                </a:lnTo>
                <a:lnTo>
                  <a:pt x="1013794" y="118278"/>
                </a:lnTo>
                <a:lnTo>
                  <a:pt x="999134" y="95560"/>
                </a:lnTo>
                <a:close/>
              </a:path>
              <a:path w="1057909" h="488950">
                <a:moveTo>
                  <a:pt x="928878" y="32576"/>
                </a:moveTo>
                <a:lnTo>
                  <a:pt x="916183" y="35826"/>
                </a:lnTo>
                <a:lnTo>
                  <a:pt x="797810" y="88275"/>
                </a:lnTo>
                <a:lnTo>
                  <a:pt x="790546" y="90688"/>
                </a:lnTo>
                <a:lnTo>
                  <a:pt x="783036" y="91657"/>
                </a:lnTo>
                <a:lnTo>
                  <a:pt x="996615" y="91657"/>
                </a:lnTo>
                <a:lnTo>
                  <a:pt x="994659" y="88626"/>
                </a:lnTo>
                <a:lnTo>
                  <a:pt x="963219" y="47271"/>
                </a:lnTo>
                <a:lnTo>
                  <a:pt x="953422" y="38553"/>
                </a:lnTo>
                <a:lnTo>
                  <a:pt x="941633" y="33570"/>
                </a:lnTo>
                <a:lnTo>
                  <a:pt x="928878" y="32576"/>
                </a:lnTo>
                <a:close/>
              </a:path>
            </a:pathLst>
          </a:custGeom>
          <a:solidFill>
            <a:srgbClr val="F5EFE8"/>
          </a:solidFill>
        </p:spPr>
        <p:txBody>
          <a:bodyPr wrap="square" lIns="0" tIns="0" rIns="0" bIns="0" rtlCol="0"/>
          <a:lstStyle/>
          <a:p>
            <a:endParaRPr b="1" i="0">
              <a:latin typeface="Delight Semi Bold" pitchFamily="2" charset="77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B89F71E-AD1B-9C7E-5F24-DFE3AA2CCC0E}"/>
              </a:ext>
            </a:extLst>
          </p:cNvPr>
          <p:cNvSpPr/>
          <p:nvPr userDrawn="1"/>
        </p:nvSpPr>
        <p:spPr>
          <a:xfrm>
            <a:off x="744693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22CC6CA9-7B09-4B71-5C99-F1322A3F34FC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3003550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5B41249-52B9-058C-A2D2-AEFA307C6ECB}"/>
              </a:ext>
            </a:extLst>
          </p:cNvPr>
          <p:cNvSpPr/>
          <p:nvPr userDrawn="1"/>
        </p:nvSpPr>
        <p:spPr>
          <a:xfrm>
            <a:off x="744693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229941AD-2968-47FA-B8A4-CF2ACDB0D856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003550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6ADB498-948E-374B-63FC-885671A1FFD9}"/>
              </a:ext>
            </a:extLst>
          </p:cNvPr>
          <p:cNvSpPr/>
          <p:nvPr userDrawn="1"/>
        </p:nvSpPr>
        <p:spPr>
          <a:xfrm>
            <a:off x="744693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4" name="Holder 3">
            <a:extLst>
              <a:ext uri="{FF2B5EF4-FFF2-40B4-BE49-F238E27FC236}">
                <a16:creationId xmlns:a16="http://schemas.microsoft.com/office/drawing/2014/main" id="{15AE6D7C-A5A6-259A-EFEA-23C86FF21355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3003550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F5E01BF-5917-E579-7B1E-8DAB57D96E96}"/>
              </a:ext>
            </a:extLst>
          </p:cNvPr>
          <p:cNvSpPr/>
          <p:nvPr userDrawn="1"/>
        </p:nvSpPr>
        <p:spPr>
          <a:xfrm>
            <a:off x="7602538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6" name="Holder 3">
            <a:extLst>
              <a:ext uri="{FF2B5EF4-FFF2-40B4-BE49-F238E27FC236}">
                <a16:creationId xmlns:a16="http://schemas.microsoft.com/office/drawing/2014/main" id="{C5E9CA3F-F89A-9C4C-9663-A0DE4E38420F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9861395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9721468-036B-85EC-F925-B83D2B669D62}"/>
              </a:ext>
            </a:extLst>
          </p:cNvPr>
          <p:cNvSpPr/>
          <p:nvPr userDrawn="1"/>
        </p:nvSpPr>
        <p:spPr>
          <a:xfrm>
            <a:off x="7602538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BE575A3A-82D0-F43B-DB49-F447FB4E0D9D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9861395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D7883A9-0CD2-7CA9-7F76-79FDE3EBC7A0}"/>
              </a:ext>
            </a:extLst>
          </p:cNvPr>
          <p:cNvSpPr/>
          <p:nvPr userDrawn="1"/>
        </p:nvSpPr>
        <p:spPr>
          <a:xfrm>
            <a:off x="7575550" y="78263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6CB859BD-8FE4-FA28-DFA1-58B21F48AA10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9861395" y="85307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1262CAD7-8638-E927-F611-CF9EA4BFF046}"/>
              </a:ext>
            </a:extLst>
          </p:cNvPr>
          <p:cNvSpPr/>
          <p:nvPr userDrawn="1"/>
        </p:nvSpPr>
        <p:spPr>
          <a:xfrm>
            <a:off x="14179339" y="3592666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7D201DB3-6A91-4680-EFC7-A03DBD654C9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6438196" y="429700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4768C2C-9089-2398-6178-9746C1C79C8A}"/>
              </a:ext>
            </a:extLst>
          </p:cNvPr>
          <p:cNvSpPr/>
          <p:nvPr userDrawn="1"/>
        </p:nvSpPr>
        <p:spPr>
          <a:xfrm>
            <a:off x="14179339" y="5692775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B37A72DE-1C60-CB94-EA8C-A15D50FF757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16438196" y="6397117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E868D2E0-2E25-5BAA-A59F-3B032EEF30AD}"/>
              </a:ext>
            </a:extLst>
          </p:cNvPr>
          <p:cNvSpPr/>
          <p:nvPr userDrawn="1"/>
        </p:nvSpPr>
        <p:spPr>
          <a:xfrm>
            <a:off x="14179339" y="7799572"/>
            <a:ext cx="1790700" cy="1790700"/>
          </a:xfrm>
          <a:prstGeom prst="roundRect">
            <a:avLst>
              <a:gd name="adj" fmla="val 4883"/>
            </a:avLst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>
                <a:solidFill>
                  <a:schemeClr val="tx2"/>
                </a:solidFill>
              </a:rPr>
              <a:t>#</a:t>
            </a:r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9C005CB6-4F18-D26E-F95F-E84676E93107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6438196" y="8503914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800"/>
              </a:lnSpc>
              <a:defRPr sz="2800" b="0" i="0">
                <a:solidFill>
                  <a:schemeClr val="bg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Item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366217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-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bg object 17"/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11265"/>
            <a:ext cx="20104099" cy="1129808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65974E6-2DAC-AE5E-212D-D23385994A8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08874" y="255592"/>
            <a:ext cx="19486349" cy="10798166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255470" y="5186510"/>
            <a:ext cx="11593156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11000"/>
              </a:lnSpc>
              <a:defRPr sz="11000" b="0" i="0">
                <a:solidFill>
                  <a:schemeClr val="tx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05B7FC25-FD76-8528-9670-3C67F94EBFD1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053726" y="4304730"/>
            <a:ext cx="1996643" cy="576258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2561555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2760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36B57680-2E7C-5E3A-5960-B4592A08B5B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44A785A1-950B-8C77-5E6A-01939DCEDD1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88632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2EB4CD6A-60E0-7874-92C3-2B8B65BC251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4453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70ACE302-95B3-911F-AB83-273E008E5DB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0169893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7" name="Picture Placeholder 11">
            <a:extLst>
              <a:ext uri="{FF2B5EF4-FFF2-40B4-BE49-F238E27FC236}">
                <a16:creationId xmlns:a16="http://schemas.microsoft.com/office/drawing/2014/main" id="{42C6BB06-0E8B-702B-4085-BF8215AAC548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702810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8" name="Picture Placeholder 11">
            <a:extLst>
              <a:ext uri="{FF2B5EF4-FFF2-40B4-BE49-F238E27FC236}">
                <a16:creationId xmlns:a16="http://schemas.microsoft.com/office/drawing/2014/main" id="{73A66E9F-7C0F-B1DF-F5EF-43EB7FBDDF88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6453461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9" name="Picture Placeholder 11">
            <a:extLst>
              <a:ext uri="{FF2B5EF4-FFF2-40B4-BE49-F238E27FC236}">
                <a16:creationId xmlns:a16="http://schemas.microsoft.com/office/drawing/2014/main" id="{E25B2D14-543F-FB2C-CCCB-6BDBF377E44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3311678" y="4816475"/>
            <a:ext cx="2944812" cy="3848099"/>
          </a:xfrm>
          <a:prstGeom prst="roundRect">
            <a:avLst>
              <a:gd name="adj" fmla="val 3928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0" name="Holder 3">
            <a:extLst>
              <a:ext uri="{FF2B5EF4-FFF2-40B4-BE49-F238E27FC236}">
                <a16:creationId xmlns:a16="http://schemas.microsoft.com/office/drawing/2014/main" id="{9E418B74-8E5F-9A17-57D1-E1763CBEBE3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741964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1" name="Holder 3">
            <a:extLst>
              <a:ext uri="{FF2B5EF4-FFF2-40B4-BE49-F238E27FC236}">
                <a16:creationId xmlns:a16="http://schemas.microsoft.com/office/drawing/2014/main" id="{1F264448-CA6F-C43B-A1CE-FE78D413A732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3883749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2" name="Holder 3">
            <a:extLst>
              <a:ext uri="{FF2B5EF4-FFF2-40B4-BE49-F238E27FC236}">
                <a16:creationId xmlns:a16="http://schemas.microsoft.com/office/drawing/2014/main" id="{AB5A724C-73F9-0363-7489-306BD50D8D04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>
          <a:xfrm>
            <a:off x="7025533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3" name="Holder 3">
            <a:extLst>
              <a:ext uri="{FF2B5EF4-FFF2-40B4-BE49-F238E27FC236}">
                <a16:creationId xmlns:a16="http://schemas.microsoft.com/office/drawing/2014/main" id="{2154B34E-ECD4-73B9-B325-D58CEB385D47}"/>
              </a:ext>
            </a:extLst>
          </p:cNvPr>
          <p:cNvSpPr>
            <a:spLocks noGrp="1"/>
          </p:cNvSpPr>
          <p:nvPr>
            <p:ph type="body" idx="28" hasCustomPrompt="1"/>
          </p:nvPr>
        </p:nvSpPr>
        <p:spPr>
          <a:xfrm>
            <a:off x="10167318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4" name="Holder 3">
            <a:extLst>
              <a:ext uri="{FF2B5EF4-FFF2-40B4-BE49-F238E27FC236}">
                <a16:creationId xmlns:a16="http://schemas.microsoft.com/office/drawing/2014/main" id="{43B8CAE3-21D2-8123-547B-CBB7EA334720}"/>
              </a:ext>
            </a:extLst>
          </p:cNvPr>
          <p:cNvSpPr>
            <a:spLocks noGrp="1"/>
          </p:cNvSpPr>
          <p:nvPr>
            <p:ph type="body" idx="29" hasCustomPrompt="1"/>
          </p:nvPr>
        </p:nvSpPr>
        <p:spPr>
          <a:xfrm>
            <a:off x="13309102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5" name="Holder 3">
            <a:extLst>
              <a:ext uri="{FF2B5EF4-FFF2-40B4-BE49-F238E27FC236}">
                <a16:creationId xmlns:a16="http://schemas.microsoft.com/office/drawing/2014/main" id="{19B10D4D-8F9D-DD06-1735-1514DCD73278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16450887" y="8854058"/>
            <a:ext cx="2944812" cy="382016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2800"/>
              </a:lnSpc>
              <a:defRPr sz="2800" b="0" i="0">
                <a:solidFill>
                  <a:schemeClr val="tx2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Add Name</a:t>
            </a:r>
            <a:endParaRPr/>
          </a:p>
        </p:txBody>
      </p:sp>
      <p:sp>
        <p:nvSpPr>
          <p:cNvPr id="26" name="Holder 3">
            <a:extLst>
              <a:ext uri="{FF2B5EF4-FFF2-40B4-BE49-F238E27FC236}">
                <a16:creationId xmlns:a16="http://schemas.microsoft.com/office/drawing/2014/main" id="{FE34137D-ACAD-06D0-CE12-5391A7401E3A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1079560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7" name="Holder 3">
            <a:extLst>
              <a:ext uri="{FF2B5EF4-FFF2-40B4-BE49-F238E27FC236}">
                <a16:creationId xmlns:a16="http://schemas.microsoft.com/office/drawing/2014/main" id="{FBAB60A6-0E50-C96F-04E2-DDB8405119C4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4221345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8" name="Holder 3">
            <a:extLst>
              <a:ext uri="{FF2B5EF4-FFF2-40B4-BE49-F238E27FC236}">
                <a16:creationId xmlns:a16="http://schemas.microsoft.com/office/drawing/2014/main" id="{EEFA4546-85D7-FC0B-F300-41A78A6A0AB1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7363129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29" name="Holder 3">
            <a:extLst>
              <a:ext uri="{FF2B5EF4-FFF2-40B4-BE49-F238E27FC236}">
                <a16:creationId xmlns:a16="http://schemas.microsoft.com/office/drawing/2014/main" id="{03898B82-DD93-74CE-6D15-3F13CA7B2E68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10504914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0" name="Holder 3">
            <a:extLst>
              <a:ext uri="{FF2B5EF4-FFF2-40B4-BE49-F238E27FC236}">
                <a16:creationId xmlns:a16="http://schemas.microsoft.com/office/drawing/2014/main" id="{099ECA2E-429A-280F-5DFB-9263E8697DF1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13646698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  <p:sp>
        <p:nvSpPr>
          <p:cNvPr id="31" name="Holder 3">
            <a:extLst>
              <a:ext uri="{FF2B5EF4-FFF2-40B4-BE49-F238E27FC236}">
                <a16:creationId xmlns:a16="http://schemas.microsoft.com/office/drawing/2014/main" id="{C22C5E4D-2DAA-B000-969B-561E453EA17E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16788483" y="9273158"/>
            <a:ext cx="2269620" cy="382016"/>
          </a:xfrm>
          <a:prstGeom prst="roundRect">
            <a:avLst/>
          </a:prstGeom>
          <a:noFill/>
          <a:ln w="31750">
            <a:solidFill>
              <a:schemeClr val="tx2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1400" b="1" i="0" cap="all" spc="150" baseline="0">
                <a:solidFill>
                  <a:schemeClr val="tx2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Title/Role</a:t>
            </a:r>
          </a:p>
        </p:txBody>
      </p:sp>
    </p:spTree>
    <p:extLst>
      <p:ext uri="{BB962C8B-B14F-4D97-AF65-F5344CB8AC3E}">
        <p14:creationId xmlns:p14="http://schemas.microsoft.com/office/powerpoint/2010/main" val="282699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3749675"/>
            <a:ext cx="20104100" cy="7559040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blipFill dpi="0" rotWithShape="0">
            <a:blip r:embed="rId2"/>
            <a:srcRect/>
            <a:stretch>
              <a:fillRect/>
            </a:stretch>
          </a:blipFill>
        </p:spPr>
        <p:txBody>
          <a:bodyPr wrap="none" lIns="0" tIns="0" rIns="0" bIns="0" rtlCol="0"/>
          <a:lstStyle/>
          <a:p>
            <a:endParaRPr/>
          </a:p>
        </p:txBody>
      </p:sp>
      <p:sp>
        <p:nvSpPr>
          <p:cNvPr id="4" name="Holder 2">
            <a:extLst>
              <a:ext uri="{FF2B5EF4-FFF2-40B4-BE49-F238E27FC236}">
                <a16:creationId xmlns:a16="http://schemas.microsoft.com/office/drawing/2014/main" id="{24F22982-C7A9-20ED-6AC5-491666638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16178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5" name="Holder 3">
            <a:extLst>
              <a:ext uri="{FF2B5EF4-FFF2-40B4-BE49-F238E27FC236}">
                <a16:creationId xmlns:a16="http://schemas.microsoft.com/office/drawing/2014/main" id="{CA6491BE-8854-7189-828D-5C72467E103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28575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8" name="Holder 3">
            <a:extLst>
              <a:ext uri="{FF2B5EF4-FFF2-40B4-BE49-F238E27FC236}">
                <a16:creationId xmlns:a16="http://schemas.microsoft.com/office/drawing/2014/main" id="{64D7073E-CD35-2745-71B7-D4F04DEC22B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41450" y="701676"/>
            <a:ext cx="2743199" cy="533400"/>
          </a:xfrm>
          <a:prstGeom prst="roundRect">
            <a:avLst/>
          </a:prstGeom>
          <a:noFill/>
          <a:ln w="28575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20" name="Slide Number Placeholder 15">
            <a:extLst>
              <a:ext uri="{FF2B5EF4-FFF2-40B4-BE49-F238E27FC236}">
                <a16:creationId xmlns:a16="http://schemas.microsoft.com/office/drawing/2014/main" id="{8AE1BC8D-BE96-7269-7ECB-3D596DC5002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3210F118-55CD-500F-F228-601C33A88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44281" y="10531475"/>
            <a:ext cx="10015538" cy="601662"/>
          </a:xfrm>
        </p:spPr>
        <p:txBody>
          <a:bodyPr/>
          <a:lstStyle>
            <a:lvl1pPr>
              <a:defRPr sz="1600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endParaRPr lang="en-US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9262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672356" y="3280434"/>
            <a:ext cx="10714193" cy="2362200"/>
          </a:xfrm>
          <a:prstGeom prst="rect">
            <a:avLst/>
          </a:prstGeom>
        </p:spPr>
        <p:txBody>
          <a:bodyPr lIns="0" tIns="0" rIns="0" bIns="0" anchor="t" anchorCtr="0"/>
          <a:lstStyle>
            <a:lvl1pPr>
              <a:lnSpc>
                <a:spcPts val="7200"/>
              </a:lnSpc>
              <a:defRPr sz="72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47A53557-AE03-2084-6047-D3D9E2E59DAF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8642350" y="2429071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DE177557-72B5-0B7D-5C61-39F7D120577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01007" y="2407963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E0848FF-CDF3-C3CC-36EC-611638477EC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24616" y="2407964"/>
            <a:ext cx="7460534" cy="6154332"/>
          </a:xfrm>
          <a:prstGeom prst="roundRect">
            <a:avLst>
              <a:gd name="adj" fmla="val 2427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9" name="Holder 3">
            <a:extLst>
              <a:ext uri="{FF2B5EF4-FFF2-40B4-BE49-F238E27FC236}">
                <a16:creationId xmlns:a16="http://schemas.microsoft.com/office/drawing/2014/main" id="{F0DC79B5-FB6E-6753-9A09-F18B49FABC18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66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5A4B8CD-2206-BF17-16E0-300313D9676F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8672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01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7F6CB32-0F57-875F-B6E6-5A7D926912AD}"/>
              </a:ext>
            </a:extLst>
          </p:cNvPr>
          <p:cNvCxnSpPr>
            <a:cxnSpLocks/>
          </p:cNvCxnSpPr>
          <p:nvPr userDrawn="1"/>
        </p:nvCxnSpPr>
        <p:spPr>
          <a:xfrm>
            <a:off x="8666007" y="6988175"/>
            <a:ext cx="10720543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Holder 3">
            <a:extLst>
              <a:ext uri="{FF2B5EF4-FFF2-40B4-BE49-F238E27FC236}">
                <a16:creationId xmlns:a16="http://schemas.microsoft.com/office/drawing/2014/main" id="{5A52CAFA-01C6-C31D-2C9D-13CA6660AFE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12342655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7" name="Holder 3">
            <a:extLst>
              <a:ext uri="{FF2B5EF4-FFF2-40B4-BE49-F238E27FC236}">
                <a16:creationId xmlns:a16="http://schemas.microsoft.com/office/drawing/2014/main" id="{EA5AAD78-A9A9-AC5C-DB63-E3ECE3225BC6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12349006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02</a:t>
            </a:r>
          </a:p>
        </p:txBody>
      </p:sp>
      <p:sp>
        <p:nvSpPr>
          <p:cNvPr id="11" name="Holder 3">
            <a:extLst>
              <a:ext uri="{FF2B5EF4-FFF2-40B4-BE49-F238E27FC236}">
                <a16:creationId xmlns:a16="http://schemas.microsoft.com/office/drawing/2014/main" id="{F8483C8D-121F-7158-C0DE-431C181DBBB7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16032006" y="7731770"/>
            <a:ext cx="3371851" cy="830533"/>
          </a:xfrm>
          <a:prstGeom prst="rect">
            <a:avLst/>
          </a:prstGeom>
        </p:spPr>
        <p:txBody>
          <a:bodyPr lIns="0" tIns="0" rIns="0" bIns="0"/>
          <a:lstStyle>
            <a:lvl1pPr algn="l">
              <a:lnSpc>
                <a:spcPts val="2300"/>
              </a:lnSpc>
              <a:defRPr sz="1600" b="0" i="0" spc="50" baseline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r>
              <a:rPr lang="en-US"/>
              <a:t>The right partner anticipates your needs and remains engaged beyond go-live.</a:t>
            </a:r>
            <a:endParaRPr/>
          </a:p>
        </p:txBody>
      </p:sp>
      <p:sp>
        <p:nvSpPr>
          <p:cNvPr id="12" name="Holder 3">
            <a:extLst>
              <a:ext uri="{FF2B5EF4-FFF2-40B4-BE49-F238E27FC236}">
                <a16:creationId xmlns:a16="http://schemas.microsoft.com/office/drawing/2014/main" id="{8484FB8D-31B9-69BC-D174-965C8ABDB1ED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6038357" y="7334250"/>
            <a:ext cx="3345734" cy="339725"/>
          </a:xfrm>
          <a:prstGeom prst="rect">
            <a:avLst/>
          </a:prstGeom>
          <a:noFill/>
          <a:ln w="28575">
            <a:noFill/>
          </a:ln>
          <a:effectLst>
            <a:softEdge rad="0"/>
          </a:effectLst>
        </p:spPr>
        <p:txBody>
          <a:bodyPr wrap="none" lIns="0" tIns="0" rIns="0" bIns="0" anchor="ctr" anchorCtr="0">
            <a:noAutofit/>
          </a:bodyPr>
          <a:lstStyle>
            <a:lvl1pPr algn="l">
              <a:lnSpc>
                <a:spcPts val="2800"/>
              </a:lnSpc>
              <a:defRPr sz="1200" b="1" i="0" cap="all" spc="300" baseline="0">
                <a:solidFill>
                  <a:schemeClr val="accent6"/>
                </a:solidFill>
                <a:latin typeface="Delight Semi Bold" pitchFamily="2" charset="77"/>
                <a:cs typeface="Arial"/>
              </a:defRPr>
            </a:lvl1pPr>
          </a:lstStyle>
          <a:p>
            <a:r>
              <a:rPr lang="en-US" noProof="0"/>
              <a:t>Point 03</a:t>
            </a:r>
          </a:p>
        </p:txBody>
      </p:sp>
    </p:spTree>
    <p:extLst>
      <p:ext uri="{BB962C8B-B14F-4D97-AF65-F5344CB8AC3E}">
        <p14:creationId xmlns:p14="http://schemas.microsoft.com/office/powerpoint/2010/main" val="4097486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4936506"/>
            <a:ext cx="6983257" cy="908669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ts val="7200"/>
              </a:lnSpc>
              <a:defRPr sz="9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41964" y="6502042"/>
            <a:ext cx="6985326" cy="329514"/>
          </a:xfrm>
          <a:prstGeom prst="rect">
            <a:avLst/>
          </a:prstGeom>
        </p:spPr>
        <p:txBody>
          <a:bodyPr lIns="0" tIns="0" rIns="0" bIns="0"/>
          <a:lstStyle>
            <a:lvl1pPr algn="just">
              <a:lnSpc>
                <a:spcPts val="2800"/>
              </a:lnSpc>
              <a:defRPr sz="1800" b="0" i="0">
                <a:solidFill>
                  <a:schemeClr val="accent6"/>
                </a:solidFill>
                <a:latin typeface="Delight Regular" pitchFamily="2" charset="77"/>
                <a:cs typeface="Arial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15">
            <a:extLst>
              <a:ext uri="{FF2B5EF4-FFF2-40B4-BE49-F238E27FC236}">
                <a16:creationId xmlns:a16="http://schemas.microsoft.com/office/drawing/2014/main" id="{4063FE08-DDBA-ABDB-766E-51E600C04D6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8815050" y="10013950"/>
            <a:ext cx="571500" cy="517525"/>
          </a:xfrm>
          <a:prstGeom prst="roundRect">
            <a:avLst>
              <a:gd name="adj" fmla="val 2667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Holder 3">
            <a:extLst>
              <a:ext uri="{FF2B5EF4-FFF2-40B4-BE49-F238E27FC236}">
                <a16:creationId xmlns:a16="http://schemas.microsoft.com/office/drawing/2014/main" id="{F3DD9A05-AE8A-9AC6-1A42-A4FEDCB0A67D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744693" y="3504083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10" name="Holder 3">
            <a:extLst>
              <a:ext uri="{FF2B5EF4-FFF2-40B4-BE49-F238E27FC236}">
                <a16:creationId xmlns:a16="http://schemas.microsoft.com/office/drawing/2014/main" id="{342CE527-A21D-AAF0-2D13-7D2C7EBE10A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3482975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08610E84-6F6D-9211-9DFC-1C03020A2CE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185150" y="282575"/>
            <a:ext cx="11620500" cy="10706100"/>
          </a:xfrm>
          <a:prstGeom prst="roundRect">
            <a:avLst>
              <a:gd name="adj" fmla="val 1894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471049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4693" y="1750789"/>
            <a:ext cx="16317757" cy="3370486"/>
          </a:xfrm>
          <a:prstGeom prst="rect">
            <a:avLst/>
          </a:prstGeom>
        </p:spPr>
        <p:txBody>
          <a:bodyPr lIns="0" tIns="0" rIns="0" bIns="0" anchor="t"/>
          <a:lstStyle>
            <a:lvl1pPr>
              <a:lnSpc>
                <a:spcPts val="11200"/>
              </a:lnSpc>
              <a:defRPr sz="12000" b="0" i="0">
                <a:solidFill>
                  <a:schemeClr val="tx1"/>
                </a:solidFill>
                <a:latin typeface="Delight Medium"/>
                <a:cs typeface="Delight Medium"/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Holder 3">
            <a:extLst>
              <a:ext uri="{FF2B5EF4-FFF2-40B4-BE49-F238E27FC236}">
                <a16:creationId xmlns:a16="http://schemas.microsoft.com/office/drawing/2014/main" id="{609FD37F-1F9A-0B13-CC57-F3A7F010E80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744693" y="722784"/>
            <a:ext cx="544357" cy="512291"/>
          </a:xfrm>
          <a:prstGeom prst="roundRect">
            <a:avLst/>
          </a:prstGeom>
          <a:solidFill>
            <a:schemeClr val="accent2"/>
          </a:solidFill>
          <a:ln w="31750">
            <a:solidFill>
              <a:schemeClr val="accent2"/>
            </a:solidFill>
          </a:ln>
          <a:effectLst>
            <a:softEdge rad="0"/>
          </a:effectLst>
        </p:spPr>
        <p:txBody>
          <a:bodyPr wrap="none" lIns="45720" tIns="91440" rIns="45720" bIns="91440" anchor="ctr" anchorCtr="1">
            <a:noAutofit/>
          </a:bodyPr>
          <a:lstStyle>
            <a:lvl1pPr algn="ctr">
              <a:lnSpc>
                <a:spcPts val="2800"/>
              </a:lnSpc>
              <a:defRPr sz="2000" b="0" i="0" kern="0" cap="all" spc="300" baseline="0">
                <a:solidFill>
                  <a:schemeClr val="bg1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/>
              <a:t>S#</a:t>
            </a:r>
          </a:p>
        </p:txBody>
      </p:sp>
      <p:sp>
        <p:nvSpPr>
          <p:cNvPr id="5" name="Holder 3">
            <a:extLst>
              <a:ext uri="{FF2B5EF4-FFF2-40B4-BE49-F238E27FC236}">
                <a16:creationId xmlns:a16="http://schemas.microsoft.com/office/drawing/2014/main" id="{6255E875-0480-5E3D-5165-DE8266E4BCD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403350" y="701676"/>
            <a:ext cx="2743199" cy="533400"/>
          </a:xfrm>
          <a:prstGeom prst="roundRect">
            <a:avLst/>
          </a:prstGeom>
          <a:noFill/>
          <a:ln w="31750">
            <a:solidFill>
              <a:schemeClr val="accent5"/>
            </a:solidFill>
          </a:ln>
          <a:effectLst>
            <a:softEdge rad="0"/>
          </a:effectLst>
        </p:spPr>
        <p:txBody>
          <a:bodyPr wrap="none" lIns="91440" tIns="91440" rIns="91440" bIns="91440" anchor="ctr" anchorCtr="1">
            <a:noAutofit/>
          </a:bodyPr>
          <a:lstStyle>
            <a:lvl1pPr algn="just">
              <a:lnSpc>
                <a:spcPts val="2800"/>
              </a:lnSpc>
              <a:defRPr sz="2000" b="0" i="0" cap="all" spc="300" baseline="0">
                <a:solidFill>
                  <a:schemeClr val="accent6"/>
                </a:solidFill>
                <a:latin typeface="Delight Medium" pitchFamily="2" charset="77"/>
                <a:cs typeface="Arial"/>
              </a:defRPr>
            </a:lvl1pPr>
          </a:lstStyle>
          <a:p>
            <a:r>
              <a:rPr lang="en-US" noProof="0"/>
              <a:t>Section name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5B545B6F-8A16-4470-1FFE-CE5291C6C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835771" y="10656765"/>
            <a:ext cx="10015538" cy="601662"/>
          </a:xfrm>
        </p:spPr>
        <p:txBody>
          <a:bodyPr/>
          <a:lstStyle>
            <a:lvl1pPr>
              <a:defRPr sz="1200"/>
            </a:lvl1pPr>
          </a:lstStyle>
          <a:p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20984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308715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solidFill>
            <a:srgbClr val="103E7B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20104099" cy="1129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7449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wer Statement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ue and black logo  AI-generated content may be incorrect.">
            <a:extLst>
              <a:ext uri="{FF2B5EF4-FFF2-40B4-BE49-F238E27FC236}">
                <a16:creationId xmlns:a16="http://schemas.microsoft.com/office/drawing/2014/main" id="{BA9809BA-C40D-CD53-FB7A-4B6286BF70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719769" y="-715963"/>
            <a:ext cx="27543638" cy="12741275"/>
          </a:xfrm>
          <a:prstGeom prst="rect">
            <a:avLst/>
          </a:prstGeom>
        </p:spPr>
      </p:pic>
      <p:sp>
        <p:nvSpPr>
          <p:cNvPr id="6" name="Holder 2">
            <a:extLst>
              <a:ext uri="{FF2B5EF4-FFF2-40B4-BE49-F238E27FC236}">
                <a16:creationId xmlns:a16="http://schemas.microsoft.com/office/drawing/2014/main" id="{E15183D9-D1DB-385D-678F-DCD262335E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45185" y="4677571"/>
            <a:ext cx="16013730" cy="1701004"/>
          </a:xfrm>
          <a:prstGeom prst="rect">
            <a:avLst/>
          </a:prstGeom>
        </p:spPr>
        <p:txBody>
          <a:bodyPr lIns="0" tIns="0" rIns="0" bIns="0"/>
          <a:lstStyle>
            <a:lvl1pPr algn="ctr">
              <a:lnSpc>
                <a:spcPts val="6500"/>
              </a:lnSpc>
              <a:defRPr sz="4800" b="0" i="0">
                <a:solidFill>
                  <a:schemeClr val="bg1"/>
                </a:solidFill>
                <a:latin typeface="Delight Medium" pitchFamily="2" charset="77"/>
                <a:cs typeface="Delight Medium" pitchFamily="2" charset="77"/>
              </a:defRPr>
            </a:lvl1pPr>
          </a:lstStyle>
          <a:p>
            <a:r>
              <a:rPr lang="en-US"/>
              <a:t>Add Power Statement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7865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13013" y="1850860"/>
            <a:ext cx="15078075" cy="3937329"/>
          </a:xfrm>
        </p:spPr>
        <p:txBody>
          <a:bodyPr anchor="b"/>
          <a:lstStyle>
            <a:lvl1pPr algn="ctr">
              <a:defRPr sz="9894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3013" y="5940028"/>
            <a:ext cx="15078075" cy="2730474"/>
          </a:xfrm>
        </p:spPr>
        <p:txBody>
          <a:bodyPr/>
          <a:lstStyle>
            <a:lvl1pPr marL="0" indent="0" algn="ctr">
              <a:buNone/>
              <a:defRPr sz="3958"/>
            </a:lvl1pPr>
            <a:lvl2pPr marL="753923" indent="0" algn="ctr">
              <a:buNone/>
              <a:defRPr sz="3298"/>
            </a:lvl2pPr>
            <a:lvl3pPr marL="1507846" indent="0" algn="ctr">
              <a:buNone/>
              <a:defRPr sz="2968"/>
            </a:lvl3pPr>
            <a:lvl4pPr marL="2261768" indent="0" algn="ctr">
              <a:buNone/>
              <a:defRPr sz="2638"/>
            </a:lvl4pPr>
            <a:lvl5pPr marL="3015691" indent="0" algn="ctr">
              <a:buNone/>
              <a:defRPr sz="2638"/>
            </a:lvl5pPr>
            <a:lvl6pPr marL="3769614" indent="0" algn="ctr">
              <a:buNone/>
              <a:defRPr sz="2638"/>
            </a:lvl6pPr>
            <a:lvl7pPr marL="4523537" indent="0" algn="ctr">
              <a:buNone/>
              <a:defRPr sz="2638"/>
            </a:lvl7pPr>
            <a:lvl8pPr marL="5277460" indent="0" algn="ctr">
              <a:buNone/>
              <a:defRPr sz="2638"/>
            </a:lvl8pPr>
            <a:lvl9pPr marL="6031382" indent="0" algn="ctr">
              <a:buNone/>
              <a:defRPr sz="2638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8805948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0DD213-5353-21AD-09CC-1925F60EE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638A62-45C0-5967-7362-BDD0D0418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A8A5F3-11FB-A9AE-7E80-7FF0675D3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10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F3B2C66-5CCD-5234-0C52-97267551F6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82713" y="3009900"/>
            <a:ext cx="17338675" cy="7177088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8">
            <a:extLst>
              <a:ext uri="{FF2B5EF4-FFF2-40B4-BE49-F238E27FC236}">
                <a16:creationId xmlns:a16="http://schemas.microsoft.com/office/drawing/2014/main" id="{E262EE1D-5419-1607-C90B-A603F6BF1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2713" y="601663"/>
            <a:ext cx="17338675" cy="2185987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Date Placeholder 9">
            <a:extLst>
              <a:ext uri="{FF2B5EF4-FFF2-40B4-BE49-F238E27FC236}">
                <a16:creationId xmlns:a16="http://schemas.microsoft.com/office/drawing/2014/main" id="{90C5EA89-0E1C-524E-1418-A4C325BDEB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82713" y="10482263"/>
            <a:ext cx="4522787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5" name="Footer Placeholder 10">
            <a:extLst>
              <a:ext uri="{FF2B5EF4-FFF2-40B4-BE49-F238E27FC236}">
                <a16:creationId xmlns:a16="http://schemas.microsoft.com/office/drawing/2014/main" id="{747DA8CB-9EC9-067D-D3BE-B8A2D9047B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59563" y="10482263"/>
            <a:ext cx="6784975" cy="6016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endParaRPr lang="en-US"/>
          </a:p>
        </p:txBody>
      </p:sp>
      <p:sp>
        <p:nvSpPr>
          <p:cNvPr id="17" name="Slide Number Placeholder 11">
            <a:extLst>
              <a:ext uri="{FF2B5EF4-FFF2-40B4-BE49-F238E27FC236}">
                <a16:creationId xmlns:a16="http://schemas.microsoft.com/office/drawing/2014/main" id="{193039B6-5B1F-C342-CAC2-4E3C97B678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198600" y="10482263"/>
            <a:ext cx="4522788" cy="601662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2000" b="0" i="0">
                <a:solidFill>
                  <a:schemeClr val="tx2"/>
                </a:solidFill>
                <a:latin typeface="Delight Medium" pitchFamily="2" charset="77"/>
              </a:defRPr>
            </a:lvl1pPr>
          </a:lstStyle>
          <a:p>
            <a:fld id="{481B4AAB-B4EA-D749-AC5F-B7E5E0E99202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4" r:id="rId2"/>
    <p:sldLayoutId id="2147483679" r:id="rId3"/>
    <p:sldLayoutId id="2147483680" r:id="rId4"/>
    <p:sldLayoutId id="2147483676" r:id="rId5"/>
    <p:sldLayoutId id="2147483681" r:id="rId6"/>
    <p:sldLayoutId id="2147483682" r:id="rId7"/>
    <p:sldLayoutId id="2147483683" r:id="rId8"/>
    <p:sldLayoutId id="2147483672" r:id="rId9"/>
    <p:sldLayoutId id="2147483673" r:id="rId10"/>
    <p:sldLayoutId id="2147483678" r:id="rId11"/>
    <p:sldLayoutId id="2147483684" r:id="rId12"/>
    <p:sldLayoutId id="2147483675" r:id="rId13"/>
    <p:sldLayoutId id="2147483685" r:id="rId14"/>
  </p:sldLayoutIdLst>
  <p:hf hdr="0" ftr="0" dt="0"/>
  <p:txStyles>
    <p:titleStyle>
      <a:lvl1pPr eaLnBrk="1" hangingPunct="1">
        <a:lnSpc>
          <a:spcPts val="7200"/>
        </a:lnSpc>
        <a:defRPr sz="9000" b="0" i="0">
          <a:solidFill>
            <a:schemeClr val="tx1"/>
          </a:solidFill>
          <a:latin typeface="Delight Medium" pitchFamily="2" charset="77"/>
          <a:ea typeface="+mj-ea"/>
          <a:cs typeface="+mj-cs"/>
        </a:defRPr>
      </a:lvl1pPr>
    </p:titleStyle>
    <p:bodyStyle>
      <a:lvl1pPr marL="0" algn="just" eaLnBrk="1" hangingPunct="1">
        <a:lnSpc>
          <a:spcPts val="2800"/>
        </a:lnSpc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1pPr>
      <a:lvl2pPr marL="7429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6"/>
          </a:solidFill>
          <a:latin typeface="Delight Regular" pitchFamily="2" charset="77"/>
          <a:ea typeface="+mn-ea"/>
          <a:cs typeface="+mn-cs"/>
        </a:defRPr>
      </a:lvl2pPr>
      <a:lvl3pPr marL="12001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bg2"/>
          </a:solidFill>
          <a:latin typeface="Delight Regular" pitchFamily="2" charset="77"/>
          <a:ea typeface="+mn-ea"/>
          <a:cs typeface="+mn-cs"/>
        </a:defRPr>
      </a:lvl3pPr>
      <a:lvl4pPr marL="16573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2"/>
          </a:solidFill>
          <a:latin typeface="Delight Regular" pitchFamily="2" charset="77"/>
          <a:ea typeface="+mn-ea"/>
          <a:cs typeface="+mn-cs"/>
        </a:defRPr>
      </a:lvl4pPr>
      <a:lvl5pPr marL="2114550" indent="-285750" algn="just" eaLnBrk="1" hangingPunct="1">
        <a:lnSpc>
          <a:spcPts val="2800"/>
        </a:lnSpc>
        <a:buFont typeface="Arial" panose="020B0604020202020204" pitchFamily="34" charset="0"/>
        <a:buChar char="•"/>
        <a:defRPr sz="1800" b="0" i="0">
          <a:solidFill>
            <a:schemeClr val="accent5"/>
          </a:solidFill>
          <a:latin typeface="Delight Regular" pitchFamily="2" charset="77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bodyStyle>
    <p:otherStyle>
      <a:lvl1pPr marL="0" eaLnBrk="1" hangingPunct="1">
        <a:defRPr>
          <a:latin typeface="+mn-lt"/>
          <a:ea typeface="+mn-ea"/>
          <a:cs typeface="+mn-cs"/>
        </a:defRPr>
      </a:lvl1pPr>
      <a:lvl2pPr marL="457200" eaLnBrk="1" hangingPunct="1">
        <a:defRPr>
          <a:latin typeface="+mn-lt"/>
          <a:ea typeface="+mn-ea"/>
          <a:cs typeface="+mn-cs"/>
        </a:defRPr>
      </a:lvl2pPr>
      <a:lvl3pPr marL="914400" eaLnBrk="1" hangingPunct="1">
        <a:defRPr>
          <a:latin typeface="+mn-lt"/>
          <a:ea typeface="+mn-ea"/>
          <a:cs typeface="+mn-cs"/>
        </a:defRPr>
      </a:lvl3pPr>
      <a:lvl4pPr marL="1371600" eaLnBrk="1" hangingPunct="1">
        <a:defRPr>
          <a:latin typeface="+mn-lt"/>
          <a:ea typeface="+mn-ea"/>
          <a:cs typeface="+mn-cs"/>
        </a:defRPr>
      </a:lvl4pPr>
      <a:lvl5pPr marL="1828800" eaLnBrk="1" hangingPunct="1">
        <a:defRPr>
          <a:latin typeface="+mn-lt"/>
          <a:ea typeface="+mn-ea"/>
          <a:cs typeface="+mn-cs"/>
        </a:defRPr>
      </a:lvl5pPr>
      <a:lvl6pPr marL="2286000" eaLnBrk="1" hangingPunct="1">
        <a:defRPr>
          <a:latin typeface="+mn-lt"/>
          <a:ea typeface="+mn-ea"/>
          <a:cs typeface="+mn-cs"/>
        </a:defRPr>
      </a:lvl6pPr>
      <a:lvl7pPr marL="2743200" eaLnBrk="1" hangingPunct="1">
        <a:defRPr>
          <a:latin typeface="+mn-lt"/>
          <a:ea typeface="+mn-ea"/>
          <a:cs typeface="+mn-cs"/>
        </a:defRPr>
      </a:lvl7pPr>
      <a:lvl8pPr marL="3200400" eaLnBrk="1" hangingPunct="1">
        <a:defRPr>
          <a:latin typeface="+mn-lt"/>
          <a:ea typeface="+mn-ea"/>
          <a:cs typeface="+mn-cs"/>
        </a:defRPr>
      </a:lvl8pPr>
      <a:lvl9pPr marL="3657600" eaLnBrk="1" hangingPunct="1">
        <a:defRPr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42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6634" userDrawn="1">
          <p15:clr>
            <a:srgbClr val="F26B43"/>
          </p15:clr>
        </p15:guide>
        <p15:guide id="4" pos="12212" userDrawn="1">
          <p15:clr>
            <a:srgbClr val="F26B43"/>
          </p15:clr>
        </p15:guide>
        <p15:guide id="5" orient="horz" pos="6298" userDrawn="1">
          <p15:clr>
            <a:srgbClr val="F26B43"/>
          </p15:clr>
        </p15:guide>
        <p15:guide id="6" orient="horz" pos="778" userDrawn="1">
          <p15:clr>
            <a:srgbClr val="F26B43"/>
          </p15:clr>
        </p15:guide>
        <p15:guide id="7" pos="5444" userDrawn="1">
          <p15:clr>
            <a:srgbClr val="F26B43"/>
          </p15:clr>
        </p15:guide>
        <p15:guide id="8" pos="5156" userDrawn="1">
          <p15:clr>
            <a:srgbClr val="F26B43"/>
          </p15:clr>
        </p15:guide>
        <p15:guide id="9" pos="4868" userDrawn="1">
          <p15:clr>
            <a:srgbClr val="F26B43"/>
          </p15:clr>
        </p15:guide>
        <p15:guide id="10" pos="6332" userDrawn="1">
          <p15:clr>
            <a:srgbClr val="5ACBF0"/>
          </p15:clr>
        </p15:guide>
        <p15:guide id="11" orient="horz" pos="3562" userDrawn="1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20116800" cy="11315700"/>
          </a:xfrm>
          <a:prstGeom prst="rect">
            <a:avLst/>
          </a:prstGeom>
          <a:solidFill>
            <a:srgbClr val="16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E6ECF2"/>
                </a:solidFill>
              </a:rPr>
              <a:t>Standard Offering Release 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41063" y="7589520"/>
            <a:ext cx="11594592" cy="91440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0">
                <a:solidFill>
                  <a:srgbClr val="E6ECF2"/>
                </a:solidFill>
              </a:rPr>
              <a:t>Two step-by-step visuals: the Standard Offering inside Jaspersoft Server, and the database deployment of the snapshots and the objects the domains depend on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0" cy="11315700"/>
          </a:xfrm>
          <a:prstGeom prst="rect">
            <a:avLst/>
          </a:prstGeom>
          <a:solidFill>
            <a:srgbClr val="16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E6ECF2"/>
                </a:solidFill>
              </a:rPr>
              <a:t>Standard Offering Deployment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</a:rPr>
              <a:t>V1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E6ECF2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" y="1828800"/>
            <a:ext cx="4443984" cy="64465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Origin_DEV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6ECF2"/>
                </a:solidFill>
              </a:rPr>
              <a:t>authoring, the internal server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77256" y="1828800"/>
            <a:ext cx="4443984" cy="64465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41848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Origin_TEST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6ECF2"/>
                </a:solidFill>
              </a:rPr>
              <a:t>proving, before any client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13848" y="1828800"/>
            <a:ext cx="4443984" cy="64465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78440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Client test org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6ECF2"/>
                </a:solidFill>
              </a:rPr>
              <a:t>the client's own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950440" y="1828800"/>
            <a:ext cx="4443984" cy="644652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115032" y="1874519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Client prod org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6ECF2"/>
                </a:solidFill>
              </a:rPr>
              <a:t>read-only until the prod flag is given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" y="8549640"/>
            <a:ext cx="18653760" cy="16916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" y="8595360"/>
            <a:ext cx="1832457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After go-live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6ECF2"/>
                </a:solidFill>
              </a:rPr>
              <a:t>every change is a tool run with the same proofs, never a hand edit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" y="251460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Workstreams tree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domains, Ad Hoc views, reports and dashboards: the only content edited by hand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238658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256" y="356616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Export the org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one API export task, polled, downloaded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343814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" y="4434840"/>
            <a:ext cx="4114800" cy="14173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Build the package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inventory and classify the export; keep the offering list; one copy of each domain in one home; carry the datasource; rewrite every path; strip print wrappers; narrow the import index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30682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Diamond 21"/>
          <p:cNvSpPr/>
          <p:nvPr/>
        </p:nvSpPr>
        <p:spPr>
          <a:xfrm>
            <a:off x="2276856" y="6080760"/>
            <a:ext cx="1371600" cy="822960"/>
          </a:xfrm>
          <a:prstGeom prst="diamond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</a:rPr>
              <a:t>package verifies?</a:t>
            </a:r>
          </a:p>
        </p:txBody>
      </p:sp>
      <p:sp>
        <p:nvSpPr>
          <p:cNvPr id="23" name="Oval 22"/>
          <p:cNvSpPr/>
          <p:nvPr/>
        </p:nvSpPr>
        <p:spPr>
          <a:xfrm>
            <a:off x="2148840" y="595274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3544" y="6286500"/>
            <a:ext cx="896112" cy="411480"/>
          </a:xfrm>
          <a:prstGeom prst="roundRect">
            <a:avLst>
              <a:gd name="adj" fmla="val 2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stop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41848" y="25146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Import, update in place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polled; an importer warning counts as a failure</a:t>
            </a:r>
          </a:p>
        </p:txBody>
      </p:sp>
      <p:sp>
        <p:nvSpPr>
          <p:cNvPr id="26" name="Oval 25"/>
          <p:cNvSpPr/>
          <p:nvPr/>
        </p:nvSpPr>
        <p:spPr>
          <a:xfrm>
            <a:off x="5513832" y="238658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41848" y="34290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Re-export and compare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byte-equal inside the scope, importer stamps ignored</a:t>
            </a:r>
          </a:p>
        </p:txBody>
      </p:sp>
      <p:sp>
        <p:nvSpPr>
          <p:cNvPr id="28" name="Oval 27"/>
          <p:cNvSpPr/>
          <p:nvPr/>
        </p:nvSpPr>
        <p:spPr>
          <a:xfrm>
            <a:off x="5513832" y="330098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41848" y="4343400"/>
            <a:ext cx="4114800" cy="86868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Execute everything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views by query, reports as PDF, domains by metadata and probe</a:t>
            </a:r>
          </a:p>
        </p:txBody>
      </p:sp>
      <p:sp>
        <p:nvSpPr>
          <p:cNvPr id="30" name="Oval 29"/>
          <p:cNvSpPr/>
          <p:nvPr/>
        </p:nvSpPr>
        <p:spPr>
          <a:xfrm>
            <a:off x="5513832" y="421538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1" name="Diamond 30"/>
          <p:cNvSpPr/>
          <p:nvPr/>
        </p:nvSpPr>
        <p:spPr>
          <a:xfrm>
            <a:off x="7013448" y="5394960"/>
            <a:ext cx="1371600" cy="822960"/>
          </a:xfrm>
          <a:prstGeom prst="diamond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</a:rPr>
              <a:t>seven proofs pass?</a:t>
            </a:r>
          </a:p>
        </p:txBody>
      </p:sp>
      <p:sp>
        <p:nvSpPr>
          <p:cNvPr id="32" name="Oval 31"/>
          <p:cNvSpPr/>
          <p:nvPr/>
        </p:nvSpPr>
        <p:spPr>
          <a:xfrm>
            <a:off x="6885432" y="526694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42248" y="5600700"/>
            <a:ext cx="896112" cy="411480"/>
          </a:xfrm>
          <a:prstGeom prst="roundRect">
            <a:avLst>
              <a:gd name="adj" fmla="val 2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stop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41848" y="64008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Proven offering</a:t>
            </a:r>
          </a:p>
          <a:p>
            <a:pPr algn="ctr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the package every client promotion starts from</a:t>
            </a:r>
          </a:p>
        </p:txBody>
      </p:sp>
      <p:sp>
        <p:nvSpPr>
          <p:cNvPr id="35" name="Oval 34"/>
          <p:cNvSpPr/>
          <p:nvPr/>
        </p:nvSpPr>
        <p:spPr>
          <a:xfrm>
            <a:off x="5513832" y="627278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378440" y="2514600"/>
            <a:ext cx="4114800" cy="457200"/>
          </a:xfrm>
          <a:prstGeom prst="roundRect">
            <a:avLst>
              <a:gd name="adj" fmla="val 50000"/>
            </a:avLst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</a:rPr>
              <a:t>datasource: the client's own export, carried byte for byte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378440" y="310896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Inventory snapshot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every resource on the org before anything changes</a:t>
            </a:r>
          </a:p>
        </p:txBody>
      </p:sp>
      <p:sp>
        <p:nvSpPr>
          <p:cNvPr id="38" name="Oval 37"/>
          <p:cNvSpPr/>
          <p:nvPr/>
        </p:nvSpPr>
        <p:spPr>
          <a:xfrm>
            <a:off x="10250424" y="298094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378440" y="3977639"/>
            <a:ext cx="4114800" cy="109728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Rebuild for the client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the client's datasource carried; org path, folder, alias and tenant root rewritten by tested replacements</a:t>
            </a:r>
          </a:p>
        </p:txBody>
      </p:sp>
      <p:sp>
        <p:nvSpPr>
          <p:cNvPr id="40" name="Oval 39"/>
          <p:cNvSpPr/>
          <p:nvPr/>
        </p:nvSpPr>
        <p:spPr>
          <a:xfrm>
            <a:off x="10250424" y="384962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41" name="Diamond 40"/>
          <p:cNvSpPr/>
          <p:nvPr/>
        </p:nvSpPr>
        <p:spPr>
          <a:xfrm>
            <a:off x="11750040" y="5212080"/>
            <a:ext cx="1371600" cy="822960"/>
          </a:xfrm>
          <a:prstGeom prst="diamond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</a:rPr>
              <a:t>package verified?</a:t>
            </a:r>
          </a:p>
        </p:txBody>
      </p:sp>
      <p:sp>
        <p:nvSpPr>
          <p:cNvPr id="42" name="Oval 41"/>
          <p:cNvSpPr/>
          <p:nvPr/>
        </p:nvSpPr>
        <p:spPr>
          <a:xfrm>
            <a:off x="11622024" y="508406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3578840" y="5417820"/>
            <a:ext cx="896112" cy="411480"/>
          </a:xfrm>
          <a:prstGeom prst="roundRect">
            <a:avLst>
              <a:gd name="adj" fmla="val 2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stop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378440" y="621792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Import, compare, execute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the same three proofs as Origin_TEST</a:t>
            </a:r>
          </a:p>
        </p:txBody>
      </p:sp>
      <p:sp>
        <p:nvSpPr>
          <p:cNvPr id="45" name="Oval 44"/>
          <p:cNvSpPr/>
          <p:nvPr/>
        </p:nvSpPr>
        <p:spPr>
          <a:xfrm>
            <a:off x="10250424" y="608990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378440" y="7086600"/>
            <a:ext cx="4114800" cy="9144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Sweep and sign off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PASS, EMPTY, SLOW or FAIL per resource with timing; one document per org</a:t>
            </a:r>
          </a:p>
        </p:txBody>
      </p:sp>
      <p:sp>
        <p:nvSpPr>
          <p:cNvPr id="47" name="Oval 46"/>
          <p:cNvSpPr/>
          <p:nvPr/>
        </p:nvSpPr>
        <p:spPr>
          <a:xfrm>
            <a:off x="10250424" y="695858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5115032" y="2514600"/>
            <a:ext cx="4114800" cy="457200"/>
          </a:xfrm>
          <a:prstGeom prst="roundRect">
            <a:avLst>
              <a:gd name="adj" fmla="val 50000"/>
            </a:avLst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</a:rPr>
              <a:t>explicit prod flag required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5115032" y="3108960"/>
            <a:ext cx="4114800" cy="6858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Inventory snapshot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the rollback baseline</a:t>
            </a:r>
          </a:p>
        </p:txBody>
      </p:sp>
      <p:sp>
        <p:nvSpPr>
          <p:cNvPr id="50" name="Oval 49"/>
          <p:cNvSpPr/>
          <p:nvPr/>
        </p:nvSpPr>
        <p:spPr>
          <a:xfrm>
            <a:off x="14987016" y="298094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5115032" y="3931920"/>
            <a:ext cx="4114800" cy="100584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Same promotion, same proofs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target datasource carried; rewritten; verified; imported; compared; executed</a:t>
            </a:r>
          </a:p>
        </p:txBody>
      </p:sp>
      <p:sp>
        <p:nvSpPr>
          <p:cNvPr id="52" name="Oval 51"/>
          <p:cNvSpPr/>
          <p:nvPr/>
        </p:nvSpPr>
        <p:spPr>
          <a:xfrm>
            <a:off x="14987016" y="380390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53" name="Diamond 52"/>
          <p:cNvSpPr/>
          <p:nvPr/>
        </p:nvSpPr>
        <p:spPr>
          <a:xfrm>
            <a:off x="16486632" y="5074920"/>
            <a:ext cx="1371600" cy="822960"/>
          </a:xfrm>
          <a:prstGeom prst="diamond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FFFFFF"/>
                </a:solidFill>
              </a:rPr>
              <a:t>seven proofs pass?</a:t>
            </a:r>
          </a:p>
        </p:txBody>
      </p:sp>
      <p:sp>
        <p:nvSpPr>
          <p:cNvPr id="54" name="Oval 53"/>
          <p:cNvSpPr/>
          <p:nvPr/>
        </p:nvSpPr>
        <p:spPr>
          <a:xfrm>
            <a:off x="16358616" y="494690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17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8315432" y="5280660"/>
            <a:ext cx="896112" cy="411480"/>
          </a:xfrm>
          <a:prstGeom prst="roundRect">
            <a:avLst>
              <a:gd name="adj" fmla="val 2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stop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5115032" y="6035040"/>
            <a:ext cx="4114800" cy="6858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Sweep and sign off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on the client's prod numbers</a:t>
            </a:r>
          </a:p>
        </p:txBody>
      </p:sp>
      <p:sp>
        <p:nvSpPr>
          <p:cNvPr id="57" name="Oval 56"/>
          <p:cNvSpPr/>
          <p:nvPr/>
        </p:nvSpPr>
        <p:spPr>
          <a:xfrm>
            <a:off x="14987016" y="590702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18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5115032" y="685800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Diff after = rollback record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inventory before against after: nothing else moved</a:t>
            </a:r>
          </a:p>
        </p:txBody>
      </p:sp>
      <p:sp>
        <p:nvSpPr>
          <p:cNvPr id="59" name="Oval 58"/>
          <p:cNvSpPr/>
          <p:nvPr/>
        </p:nvSpPr>
        <p:spPr>
          <a:xfrm>
            <a:off x="14987016" y="672998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19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14400" y="9098280"/>
            <a:ext cx="5852160" cy="9601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Additive-only domain patch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the additions guard refuses any change to what is there; seven proofs per org; one-command restore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132320" y="9098280"/>
            <a:ext cx="5852160" cy="9601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Standardized Reports folder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scheduled SQL reports in one folder; on Origin_DEV today, promoted to client orgs by the same tool when approved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3350240" y="9098280"/>
            <a:ext cx="5852160" cy="96012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Sweep after every change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the sign-off is regenerated; the first red row is the alert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527280" y="1325880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6ECF2"/>
                </a:solidFill>
              </a:rPr>
              <a:t>every later change re-enters at the client test org and repeats steps 10 to 19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962656" y="342900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2962656" y="429768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2962656" y="5852159"/>
            <a:ext cx="0" cy="228601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1819656" y="6492240"/>
            <a:ext cx="457200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499616" y="618134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no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3648456" y="6492240"/>
            <a:ext cx="1682496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5330952" y="2903220"/>
            <a:ext cx="0" cy="358902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5330952" y="2903220"/>
            <a:ext cx="310896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4023360" y="6144768"/>
            <a:ext cx="914400" cy="36576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yes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7699248" y="329184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7699248" y="420624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7699248" y="5212080"/>
            <a:ext cx="0" cy="18288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8385048" y="5806440"/>
            <a:ext cx="457200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8065008" y="549554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no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7699248" y="6217920"/>
            <a:ext cx="0" cy="18288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763256" y="6172200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yes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9756648" y="6789420"/>
            <a:ext cx="310896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10067544" y="3474720"/>
            <a:ext cx="0" cy="331470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067544" y="3474720"/>
            <a:ext cx="310896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12435840" y="297180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12435840" y="3840480"/>
            <a:ext cx="0" cy="137159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12435840" y="507492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 flipV="1">
            <a:off x="13121640" y="5623559"/>
            <a:ext cx="457200" cy="1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12801600" y="531266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no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12435840" y="6035040"/>
            <a:ext cx="0" cy="18288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2499848" y="5989320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yes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2435840" y="694944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4493240" y="7543800"/>
            <a:ext cx="310896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V="1">
            <a:off x="14804136" y="2743200"/>
            <a:ext cx="0" cy="480060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14804136" y="2743200"/>
            <a:ext cx="310896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17172432" y="297180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7172432" y="379476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7172432" y="493776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17858232" y="5486400"/>
            <a:ext cx="457200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17538192" y="517550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no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7172432" y="589788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17236440" y="5829300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yes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7172432" y="672084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17172432" y="7635240"/>
            <a:ext cx="0" cy="77724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 flipH="1">
            <a:off x="16276320" y="8412480"/>
            <a:ext cx="896112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6276320" y="8412480"/>
            <a:ext cx="0" cy="68580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19202400" y="9578340"/>
            <a:ext cx="457200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 flipV="1">
            <a:off x="19659600" y="1691640"/>
            <a:ext cx="0" cy="788670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 flipH="1">
            <a:off x="12435840" y="1691640"/>
            <a:ext cx="7223760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12435840" y="1691640"/>
            <a:ext cx="0" cy="8229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740664" y="10332720"/>
            <a:ext cx="1865376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CF2"/>
                </a:solidFill>
              </a:rPr>
              <a:t>Blue diamonds are gates: yes continues, no stops the run and names the rollback. Numbers are the order of one full promotion. The Workstreams tree is never moved; the offering is a curated copy promoted org by org.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0" cy="11315700"/>
          </a:xfrm>
          <a:prstGeom prst="rect">
            <a:avLst/>
          </a:prstGeom>
          <a:solidFill>
            <a:srgbClr val="16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6000" b="0">
                <a:solidFill>
                  <a:srgbClr val="E6ECF2"/>
                </a:solidFill>
              </a:rPr>
              <a:t>Database Deployment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</a:rPr>
              <a:t>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E6ECF2"/>
                </a:solidFill>
              </a:rPr>
              <a:t>@2026, Origin Utility, Inc / Proprietary &amp; Confidential / Internal Use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262104" y="1965960"/>
            <a:ext cx="7132320" cy="150876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426696" y="2011679"/>
            <a:ext cx="680313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5. Submit 8 baselines as parallel scheduler jobs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6ECF2"/>
                </a:solidFill>
              </a:rPr>
              <a:t>unattended; they survive a dropped connection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" y="5760720"/>
            <a:ext cx="18653760" cy="411480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5806440"/>
            <a:ext cx="1832457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What the domains read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6ECF2"/>
                </a:solidFill>
              </a:rPr>
              <a:t>created in steps 2 and 3, validated at step 7 before anything is scheduled; each outlined stack feeds the domain chip beneath 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6355080"/>
            <a:ext cx="260604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6400800"/>
            <a:ext cx="227685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Finance tables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84448" y="6355080"/>
            <a:ext cx="260604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39" y="6400800"/>
            <a:ext cx="227685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Billing tables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0216" y="6355080"/>
            <a:ext cx="260604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7" y="6400800"/>
            <a:ext cx="227685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Meter Ops tables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15984" y="6355080"/>
            <a:ext cx="237744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0576" y="6400800"/>
            <a:ext cx="204825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Debt Mgmt objects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03152" y="6355080"/>
            <a:ext cx="265176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67744" y="6400800"/>
            <a:ext cx="232257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Meter Ops views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264640" y="6355080"/>
            <a:ext cx="269748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29232" y="6400800"/>
            <a:ext cx="236829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Field Ops views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071848" y="6355080"/>
            <a:ext cx="2148840" cy="237744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8ACA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236440" y="6400800"/>
            <a:ext cx="1819656" cy="41148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6ECF2"/>
                </a:solidFill>
              </a:rPr>
              <a:t>Customer Ops views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0664" y="2286000"/>
            <a:ext cx="2286000" cy="9144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Preflight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the deploy user can read every source table and write the targets</a:t>
            </a:r>
          </a:p>
        </p:txBody>
      </p:sp>
      <p:sp>
        <p:nvSpPr>
          <p:cNvPr id="25" name="Oval 24"/>
          <p:cNvSpPr/>
          <p:nvPr/>
        </p:nvSpPr>
        <p:spPr>
          <a:xfrm>
            <a:off x="612648" y="215798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00984" y="228600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Create the 7 snapshot tables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empty, with their keys</a:t>
            </a:r>
          </a:p>
        </p:txBody>
      </p:sp>
      <p:sp>
        <p:nvSpPr>
          <p:cNvPr id="27" name="Oval 26"/>
          <p:cNvSpPr/>
          <p:nvPr/>
        </p:nvSpPr>
        <p:spPr>
          <a:xfrm>
            <a:off x="3172968" y="215798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27064" y="228600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Create the domain-support objects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SA snapshot table, lookup seed, 8 CMS views, grants, synonyms</a:t>
            </a:r>
          </a:p>
        </p:txBody>
      </p:sp>
      <p:sp>
        <p:nvSpPr>
          <p:cNvPr id="29" name="Oval 28"/>
          <p:cNvSpPr/>
          <p:nvPr/>
        </p:nvSpPr>
        <p:spPr>
          <a:xfrm>
            <a:off x="6099048" y="215798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36024" y="2286000"/>
            <a:ext cx="2651760" cy="9144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Deploy the procedures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baseline (the retained 24 months, once) and operational per table; the SA aged-balance refresh</a:t>
            </a:r>
          </a:p>
        </p:txBody>
      </p:sp>
      <p:sp>
        <p:nvSpPr>
          <p:cNvPr id="31" name="Oval 30"/>
          <p:cNvSpPr/>
          <p:nvPr/>
        </p:nvSpPr>
        <p:spPr>
          <a:xfrm>
            <a:off x="9208008" y="215798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454128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FT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209776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Billed usage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965424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SQ usage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7721072" y="2542032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GL distribution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454128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Measurement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209776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Usage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5965424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Usage scalar detail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7721072" y="3017520"/>
            <a:ext cx="1627632" cy="384048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SA snapshot refresh</a:t>
            </a:r>
          </a:p>
        </p:txBody>
      </p:sp>
      <p:sp>
        <p:nvSpPr>
          <p:cNvPr id="40" name="Diamond 39"/>
          <p:cNvSpPr/>
          <p:nvPr/>
        </p:nvSpPr>
        <p:spPr>
          <a:xfrm>
            <a:off x="17099280" y="4069080"/>
            <a:ext cx="2103120" cy="868680"/>
          </a:xfrm>
          <a:prstGeom prst="diamond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ready gate: every job SUCCEEDED?</a:t>
            </a:r>
          </a:p>
        </p:txBody>
      </p:sp>
      <p:sp>
        <p:nvSpPr>
          <p:cNvPr id="41" name="Oval 40"/>
          <p:cNvSpPr/>
          <p:nvPr/>
        </p:nvSpPr>
        <p:spPr>
          <a:xfrm>
            <a:off x="16971264" y="394106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7282160" y="5257800"/>
            <a:ext cx="1737360" cy="384048"/>
          </a:xfrm>
          <a:prstGeom prst="roundRect">
            <a:avLst>
              <a:gd name="adj" fmla="val 2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stop, fix, re-run</a:t>
            </a:r>
          </a:p>
        </p:txBody>
      </p:sp>
      <p:sp>
        <p:nvSpPr>
          <p:cNvPr id="43" name="Diamond 42"/>
          <p:cNvSpPr/>
          <p:nvPr/>
        </p:nvSpPr>
        <p:spPr>
          <a:xfrm>
            <a:off x="14264640" y="4069080"/>
            <a:ext cx="2377440" cy="868680"/>
          </a:xfrm>
          <a:prstGeom prst="diamond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validate and install gates pass?</a:t>
            </a:r>
          </a:p>
        </p:txBody>
      </p:sp>
      <p:sp>
        <p:nvSpPr>
          <p:cNvPr id="44" name="Oval 43"/>
          <p:cNvSpPr/>
          <p:nvPr/>
        </p:nvSpPr>
        <p:spPr>
          <a:xfrm>
            <a:off x="14136624" y="394106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493240" y="5257800"/>
            <a:ext cx="1920240" cy="384048"/>
          </a:xfrm>
          <a:prstGeom prst="roundRect">
            <a:avLst>
              <a:gd name="adj" fmla="val 2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stop, fix, re-run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612880" y="4069080"/>
            <a:ext cx="2194560" cy="86868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Post-load indexes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keys and dates the domains filter on</a:t>
            </a:r>
          </a:p>
        </p:txBody>
      </p:sp>
      <p:sp>
        <p:nvSpPr>
          <p:cNvPr id="47" name="Oval 46"/>
          <p:cNvSpPr/>
          <p:nvPr/>
        </p:nvSpPr>
        <p:spPr>
          <a:xfrm>
            <a:off x="11484863" y="394106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412480" y="4069080"/>
            <a:ext cx="2743200" cy="86868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Rolling procedures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3 months rebuilt, 24 kept; one operational refresh run by hand</a:t>
            </a:r>
          </a:p>
        </p:txBody>
      </p:sp>
      <p:sp>
        <p:nvSpPr>
          <p:cNvPr id="49" name="Oval 48"/>
          <p:cNvSpPr/>
          <p:nvPr/>
        </p:nvSpPr>
        <p:spPr>
          <a:xfrm>
            <a:off x="8284463" y="394106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50" name="Diamond 49"/>
          <p:cNvSpPr/>
          <p:nvPr/>
        </p:nvSpPr>
        <p:spPr>
          <a:xfrm>
            <a:off x="5943600" y="4069080"/>
            <a:ext cx="2011680" cy="868680"/>
          </a:xfrm>
          <a:prstGeom prst="diamond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validated again?</a:t>
            </a:r>
          </a:p>
        </p:txBody>
      </p:sp>
      <p:sp>
        <p:nvSpPr>
          <p:cNvPr id="51" name="Oval 50"/>
          <p:cNvSpPr/>
          <p:nvPr/>
        </p:nvSpPr>
        <p:spPr>
          <a:xfrm>
            <a:off x="5815584" y="394106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0" y="3337560"/>
            <a:ext cx="1828800" cy="384048"/>
          </a:xfrm>
          <a:prstGeom prst="roundRect">
            <a:avLst>
              <a:gd name="adj" fmla="val 2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stop, fix, re-run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063240" y="4069080"/>
            <a:ext cx="2468880" cy="86868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Schedule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twice daily from 10:00 and 16:00 UTC, 30-minute stagger; held on TEST until approved</a:t>
            </a:r>
          </a:p>
        </p:txBody>
      </p:sp>
      <p:sp>
        <p:nvSpPr>
          <p:cNvPr id="54" name="Oval 53"/>
          <p:cNvSpPr/>
          <p:nvPr/>
        </p:nvSpPr>
        <p:spPr>
          <a:xfrm>
            <a:off x="2935224" y="394106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40664" y="4069080"/>
            <a:ext cx="1920240" cy="86868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4B86"/>
                </a:solidFill>
              </a:rPr>
              <a:t>Capture runs, data quality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6636E"/>
                </a:solidFill>
              </a:rPr>
              <a:t>per client, kept with the log</a:t>
            </a:r>
          </a:p>
        </p:txBody>
      </p:sp>
      <p:sp>
        <p:nvSpPr>
          <p:cNvPr id="56" name="Oval 55"/>
          <p:cNvSpPr/>
          <p:nvPr/>
        </p:nvSpPr>
        <p:spPr>
          <a:xfrm>
            <a:off x="612648" y="3941064"/>
            <a:ext cx="310896" cy="310896"/>
          </a:xfrm>
          <a:prstGeom prst="ellipse">
            <a:avLst/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0664" y="5001768"/>
            <a:ext cx="3474720" cy="54864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E6ECF2"/>
                </a:solidFill>
              </a:rPr>
              <a:t>runs at (UTC), one job every 30 minutes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6ECF2"/>
                </a:solidFill>
              </a:rPr>
              <a:t>10:00 to 13:30, then again 16:00 to 19:30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60120" y="6766560"/>
            <a:ext cx="2423160" cy="77724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FT_RPT_CURR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56636E"/>
                </a:solidFill>
              </a:rPr>
              <a:t>financial transactions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60120" y="7680960"/>
            <a:ext cx="2423160" cy="77724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FT_GL_DISTRIBUTION_RPT_CURR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56636E"/>
                </a:solidFill>
              </a:rPr>
              <a:t>GL distribution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675887" y="6766560"/>
            <a:ext cx="2423160" cy="77724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BSEG_BILLED_USAGE_RPT_CURR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56636E"/>
                </a:solidFill>
              </a:rPr>
              <a:t>billed usage per segment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675887" y="7680960"/>
            <a:ext cx="2423160" cy="77724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BSEG_SQ_USAGE_RPT_CURR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56636E"/>
                </a:solidFill>
              </a:rPr>
              <a:t>service quantities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391656" y="6766560"/>
            <a:ext cx="2423160" cy="566928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D1_MSRMT_RPT_CURR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56636E"/>
                </a:solidFill>
              </a:rPr>
              <a:t>measurements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391656" y="7424927"/>
            <a:ext cx="2423160" cy="566928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D1_USAGE_RPT_CURR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56636E"/>
                </a:solidFill>
              </a:rPr>
              <a:t>usage transactions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391656" y="8083296"/>
            <a:ext cx="2423160" cy="566928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D1_USAGE_SCALAR_DTL_RPT_CURR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56636E"/>
                </a:solidFill>
              </a:rPr>
              <a:t>usage scalar detail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8680" y="9006840"/>
            <a:ext cx="26060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004B86"/>
                </a:solidFill>
              </a:rPr>
              <a:t>Finance domains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584448" y="9006840"/>
            <a:ext cx="26060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Billing and Rates domains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300216" y="9006840"/>
            <a:ext cx="26060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Usage and measurement domains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107424" y="6766560"/>
            <a:ext cx="2194560" cy="82296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CMS_SA_SNAPSHOT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56636E"/>
                </a:solidFill>
              </a:rPr>
              <a:t>aged balance per SA, refreshed by procedure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107424" y="7726679"/>
            <a:ext cx="2194560" cy="64008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CM_SNAPSHOT_TYPE_FLG</a:t>
            </a:r>
          </a:p>
          <a:p>
            <a:pPr algn="ctr">
              <a:spcAft>
                <a:spcPts val="600"/>
              </a:spcAft>
            </a:pPr>
            <a:r>
              <a:rPr sz="950" b="0">
                <a:solidFill>
                  <a:srgbClr val="56636E"/>
                </a:solidFill>
              </a:rPr>
              <a:t>lookup seed: LDAY, EMON, ARCH, LEMN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015984" y="9006840"/>
            <a:ext cx="23774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SA Snapshot Aged Balance domain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594592" y="6766560"/>
            <a:ext cx="2468880" cy="4572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CMS_D1_DVC_IDENTIFIER_VW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594592" y="7315200"/>
            <a:ext cx="2468880" cy="4572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CMS_D1_DVC_BODA_VW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594592" y="7863840"/>
            <a:ext cx="2468880" cy="4572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CMS_W1_ASSET_IDENTIFIER_VW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503152" y="9006840"/>
            <a:ext cx="128016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Device domain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2874752" y="9006840"/>
            <a:ext cx="128016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Asset domain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4356080" y="6766560"/>
            <a:ext cx="2514600" cy="4572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CMS_C1_REPRESENTATIVE_BODA_VW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4356080" y="7315200"/>
            <a:ext cx="2514600" cy="4572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CMS_D1_ACTIVITY_CHAR_VW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4356080" y="7863840"/>
            <a:ext cx="2514600" cy="4572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CMS_D1_ACTIVITY_D1FA_BODA_VW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4264640" y="9006840"/>
            <a:ext cx="1298448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Crew domain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5663672" y="9006840"/>
            <a:ext cx="1298448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Field Activity domain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7163288" y="6766560"/>
            <a:ext cx="1965960" cy="4572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CMS_CI_CASE_VW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7163288" y="7315200"/>
            <a:ext cx="1965960" cy="457200"/>
          </a:xfrm>
          <a:prstGeom prst="roundRect">
            <a:avLst>
              <a:gd name="adj" fmla="val 10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Aft>
                <a:spcPts val="600"/>
              </a:spcAft>
            </a:pPr>
            <a:r>
              <a:rPr sz="900" b="1">
                <a:solidFill>
                  <a:srgbClr val="004B86"/>
                </a:solidFill>
              </a:rPr>
              <a:t>CMS_CI_CASE_LOG_VW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7071848" y="9006840"/>
            <a:ext cx="2148840" cy="548640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600"/>
              </a:spcAft>
            </a:pPr>
            <a:r>
              <a:rPr sz="1000" b="1">
                <a:solidFill>
                  <a:srgbClr val="004B86"/>
                </a:solidFill>
              </a:rPr>
              <a:t>Case domain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3026664" y="2743200"/>
            <a:ext cx="274320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5952744" y="2743200"/>
            <a:ext cx="274320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9061704" y="2743200"/>
            <a:ext cx="274320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V="1">
            <a:off x="11987784" y="2720339"/>
            <a:ext cx="274320" cy="22861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15828263" y="3474720"/>
            <a:ext cx="0" cy="274319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15828263" y="3749039"/>
            <a:ext cx="2322577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H="1">
            <a:off x="18150839" y="3749039"/>
            <a:ext cx="1" cy="320041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18150839" y="4937760"/>
            <a:ext cx="0" cy="32004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18214848" y="4960620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no</a:t>
            </a:r>
          </a:p>
        </p:txBody>
      </p:sp>
      <p:cxnSp>
        <p:nvCxnSpPr>
          <p:cNvPr id="93" name="Connector 92"/>
          <p:cNvCxnSpPr/>
          <p:nvPr/>
        </p:nvCxnSpPr>
        <p:spPr>
          <a:xfrm flipH="1">
            <a:off x="16642080" y="4503420"/>
            <a:ext cx="457200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16322039" y="419252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yes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15453359" y="4937760"/>
            <a:ext cx="0" cy="32004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15517367" y="4960620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no</a:t>
            </a:r>
          </a:p>
        </p:txBody>
      </p:sp>
      <p:cxnSp>
        <p:nvCxnSpPr>
          <p:cNvPr id="97" name="Connector 96"/>
          <p:cNvCxnSpPr/>
          <p:nvPr/>
        </p:nvCxnSpPr>
        <p:spPr>
          <a:xfrm flipH="1">
            <a:off x="13807440" y="4503420"/>
            <a:ext cx="457200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13487400" y="419252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yes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11155680" y="4503420"/>
            <a:ext cx="457200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7955279" y="4503420"/>
            <a:ext cx="457201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V="1">
            <a:off x="6949440" y="3721608"/>
            <a:ext cx="0" cy="347472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7013448" y="3758183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no</a:t>
            </a:r>
          </a:p>
        </p:txBody>
      </p:sp>
      <p:cxnSp>
        <p:nvCxnSpPr>
          <p:cNvPr id="103" name="Connector 102"/>
          <p:cNvCxnSpPr/>
          <p:nvPr/>
        </p:nvCxnSpPr>
        <p:spPr>
          <a:xfrm flipH="1">
            <a:off x="5532120" y="4503420"/>
            <a:ext cx="411480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/>
          <p:cNvSpPr txBox="1"/>
          <p:nvPr/>
        </p:nvSpPr>
        <p:spPr>
          <a:xfrm>
            <a:off x="5189220" y="4192524"/>
            <a:ext cx="1097280" cy="27432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yes</a:t>
            </a:r>
          </a:p>
        </p:txBody>
      </p:sp>
      <p:cxnSp>
        <p:nvCxnSpPr>
          <p:cNvPr id="105" name="Connector 104"/>
          <p:cNvCxnSpPr/>
          <p:nvPr/>
        </p:nvCxnSpPr>
        <p:spPr>
          <a:xfrm flipH="1">
            <a:off x="2660904" y="4503420"/>
            <a:ext cx="402336" cy="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297680" y="4937760"/>
            <a:ext cx="0" cy="41148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4297680" y="5349240"/>
            <a:ext cx="5486400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 flipV="1">
            <a:off x="9784080" y="4937760"/>
            <a:ext cx="0" cy="41148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4572000" y="5029200"/>
            <a:ext cx="5486400" cy="365760"/>
          </a:xfrm>
          <a:prstGeom prst="rect">
            <a:avLst/>
          </a:prstGeom>
          <a:noFill/>
        </p:spPr>
        <p:txBody>
          <a:bodyPr wrap="square" anchor="b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6ECF2"/>
                </a:solidFill>
              </a:rPr>
              <a:t>every 12 hours: the newest 3 months rebuilt, older rows kept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2171700" y="8732520"/>
            <a:ext cx="0" cy="27432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 110"/>
          <p:cNvCxnSpPr/>
          <p:nvPr/>
        </p:nvCxnSpPr>
        <p:spPr>
          <a:xfrm>
            <a:off x="4887468" y="8732520"/>
            <a:ext cx="0" cy="27432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 111"/>
          <p:cNvCxnSpPr/>
          <p:nvPr/>
        </p:nvCxnSpPr>
        <p:spPr>
          <a:xfrm>
            <a:off x="7603236" y="8732520"/>
            <a:ext cx="0" cy="27432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10204704" y="8732520"/>
            <a:ext cx="0" cy="27432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>
            <a:off x="12829032" y="8732520"/>
            <a:ext cx="0" cy="13716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 114"/>
          <p:cNvCxnSpPr/>
          <p:nvPr/>
        </p:nvCxnSpPr>
        <p:spPr>
          <a:xfrm flipH="1">
            <a:off x="12143232" y="8869680"/>
            <a:ext cx="685800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115"/>
          <p:cNvCxnSpPr/>
          <p:nvPr/>
        </p:nvCxnSpPr>
        <p:spPr>
          <a:xfrm>
            <a:off x="12143232" y="886968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/>
          <p:nvPr/>
        </p:nvCxnSpPr>
        <p:spPr>
          <a:xfrm>
            <a:off x="12829032" y="8732520"/>
            <a:ext cx="0" cy="13716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 117"/>
          <p:cNvCxnSpPr/>
          <p:nvPr/>
        </p:nvCxnSpPr>
        <p:spPr>
          <a:xfrm>
            <a:off x="12829032" y="8869680"/>
            <a:ext cx="685800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13514832" y="886968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15613380" y="8732520"/>
            <a:ext cx="0" cy="13716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 flipH="1">
            <a:off x="14913863" y="8869680"/>
            <a:ext cx="699517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4913863" y="886968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122"/>
          <p:cNvCxnSpPr/>
          <p:nvPr/>
        </p:nvCxnSpPr>
        <p:spPr>
          <a:xfrm>
            <a:off x="15613380" y="8732520"/>
            <a:ext cx="0" cy="13716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 123"/>
          <p:cNvCxnSpPr/>
          <p:nvPr/>
        </p:nvCxnSpPr>
        <p:spPr>
          <a:xfrm>
            <a:off x="15613380" y="8869680"/>
            <a:ext cx="699516" cy="0"/>
          </a:xfrm>
          <a:prstGeom prst="line">
            <a:avLst/>
          </a:prstGeom>
          <a:ln w="28575">
            <a:solidFill>
              <a:srgbClr val="E6EC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 124"/>
          <p:cNvCxnSpPr/>
          <p:nvPr/>
        </p:nvCxnSpPr>
        <p:spPr>
          <a:xfrm>
            <a:off x="16312896" y="8869680"/>
            <a:ext cx="0" cy="13716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18146268" y="8732520"/>
            <a:ext cx="0" cy="274320"/>
          </a:xfrm>
          <a:prstGeom prst="line">
            <a:avLst/>
          </a:prstGeom>
          <a:ln w="28575">
            <a:solidFill>
              <a:srgbClr val="E6ECF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/>
          <p:cNvSpPr txBox="1"/>
          <p:nvPr/>
        </p:nvSpPr>
        <p:spPr>
          <a:xfrm>
            <a:off x="740664" y="10012680"/>
            <a:ext cx="1865376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6ECF2"/>
                </a:solidFill>
              </a:rPr>
              <a:t>Every box in the map is one database object the domains read: seven rolling snapshot tables, the SA aged-balance table with its lookup seed, and eight CMS views. Numbers are the order of one rollout; blue diamonds are gates: yes continues, no stops the rollout there. The loop under the second row is the twice-daily rolling refresh (3 months rebuilt, 24 kept; 6 months at CityCorp and Odessa).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0" cy="11315700"/>
          </a:xfrm>
          <a:prstGeom prst="rect">
            <a:avLst/>
          </a:prstGeom>
          <a:solidFill>
            <a:srgbClr val="16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0">
                <a:solidFill>
                  <a:srgbClr val="E6ECF2"/>
                </a:solidFill>
              </a:rPr>
              <a:t>The Objects The Domains Depend On (1 of 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</a:rPr>
              <a:t>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E6ECF2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0664" y="1828800"/>
          <a:ext cx="18653760" cy="7406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8138160"/>
                <a:gridCol w="4754880"/>
              </a:tblGrid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</a:rPr>
                        <a:t>Object</a:t>
                      </a:r>
                    </a:p>
                  </a:txBody>
                  <a:tcPr>
                    <a:solidFill>
                      <a:srgbClr val="006FAC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</a:rPr>
                        <a:t>Kind</a:t>
                      </a:r>
                    </a:p>
                  </a:txBody>
                  <a:tcPr>
                    <a:solidFill>
                      <a:srgbClr val="006FAC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</a:rPr>
                        <a:t>What it is</a:t>
                      </a:r>
                    </a:p>
                  </a:txBody>
                  <a:tcPr>
                    <a:solidFill>
                      <a:srgbClr val="006FAC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</a:rPr>
                        <a:t>Depended on by</a:t>
                      </a:r>
                    </a:p>
                  </a:txBody>
                  <a:tcPr>
                    <a:solidFill>
                      <a:srgbClr val="006FAC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04B86"/>
                          </a:solidFill>
                        </a:rPr>
                        <a:t>CMS_SA_SNAPSHOT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table + refresh procedure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One end-of-day (LDAY) aged-balance row per service agreement: current and payoff balance, new charges, and ten aging buckets built from frozen ARS financial transactions dated up to today. Credits and payments retire the oldest debt first; excess credit sits in the current bucket; buckets 1 to 5 always sum to the current balance; future-dated amounts are excluded.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Debt Management: the SA Snapshot Aged Balance domain, its account roll-up (a derived query over this table, not a second object), and every aged-debt view and dashboard on it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04B86"/>
                          </a:solidFill>
                        </a:rPr>
                        <a:t>CM_SNAPSHOT_TYPE_FLG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lookup seed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The four snapshot-type codes (LDAY, EMON, ARCH, LEMN) written into the C2M lookup tables. The domain inner-joins them, so a fresh database without the seed returns zero rows in every Ad Hoc view.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Debt Management: SA Snapshot Aged Balance domain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04B86"/>
                          </a:solidFill>
                        </a:rPr>
                        <a:t>CMS_D1_DVC_IDENTIFIER_VW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One row per device with its identifiers pivoted from rows into columns: asset id, badge number, serial number, internal meter number, external and MDM ids, NIC id and serial, name, utility device id.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Meter Operations: Device domain; Daily Installations, Disconnected Service Points, Meters Not Recently Read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04B86"/>
                          </a:solidFill>
                        </a:rPr>
                        <a:t>CMS_D1_DVC_BODA_VW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The device's business-object data area parsed out of its XML: business object code, latest status, retirement date and time. One row per device.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Meter Operations: Device domain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04B86"/>
                          </a:solidFill>
                        </a:rPr>
                        <a:t>CMS_W1_ASSET_IDENTIFIER_VW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One row per asset with its identifiers pivoted into columns, the asset-side twin of the device identifier view, so the Asset domain can join by badge, serial or external id.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Meter Operations: Asset domain; In Storage, Distribution of Installed Assets, Non-Meter Assets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0" cy="11315700"/>
          </a:xfrm>
          <a:prstGeom prst="rect">
            <a:avLst/>
          </a:prstGeom>
          <a:solidFill>
            <a:srgbClr val="16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0664" y="384048"/>
            <a:ext cx="18653760" cy="96012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0">
                <a:solidFill>
                  <a:srgbClr val="E6ECF2"/>
                </a:solidFill>
              </a:rPr>
              <a:t>The Objects The Domains Depend On (2 of 2)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64" y="1417320"/>
            <a:ext cx="548640" cy="457200"/>
          </a:xfrm>
          <a:prstGeom prst="roundRect">
            <a:avLst>
              <a:gd name="adj" fmla="val 30000"/>
            </a:avLst>
          </a:prstGeom>
          <a:solidFill>
            <a:srgbClr val="006F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</a:rPr>
              <a:t>V4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47488" y="10707624"/>
            <a:ext cx="10012680" cy="457200"/>
          </a:xfrm>
          <a:prstGeom prst="rect">
            <a:avLst/>
          </a:prstGeom>
          <a:noFill/>
        </p:spPr>
        <p:txBody>
          <a:bodyPr wrap="square" anchor="t" lIns="0" rIns="0" tIns="54864" bIns="54864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1">
                <a:solidFill>
                  <a:srgbClr val="E6ECF2"/>
                </a:solidFill>
              </a:rPr>
              <a:t>@2026, Origin Utility, Inc / Proprietary &amp; Confidential / Internal Use Only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40664" y="1828800"/>
          <a:ext cx="18653760" cy="7406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828800"/>
                <a:gridCol w="8138160"/>
                <a:gridCol w="4754880"/>
              </a:tblGrid>
              <a:tr h="77724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</a:rPr>
                        <a:t>Object</a:t>
                      </a:r>
                    </a:p>
                  </a:txBody>
                  <a:tcPr>
                    <a:solidFill>
                      <a:srgbClr val="006FAC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</a:rPr>
                        <a:t>Kind</a:t>
                      </a:r>
                    </a:p>
                  </a:txBody>
                  <a:tcPr>
                    <a:solidFill>
                      <a:srgbClr val="006FAC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</a:rPr>
                        <a:t>What it is</a:t>
                      </a:r>
                    </a:p>
                  </a:txBody>
                  <a:tcPr>
                    <a:solidFill>
                      <a:srgbClr val="006FAC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2200" b="1">
                          <a:solidFill>
                            <a:srgbClr val="FFFFFF"/>
                          </a:solidFill>
                        </a:rPr>
                        <a:t>Depended on by</a:t>
                      </a:r>
                    </a:p>
                  </a:txBody>
                  <a:tcPr>
                    <a:solidFill>
                      <a:srgbClr val="006FAC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04B86"/>
                          </a:solidFill>
                        </a:rPr>
                        <a:t>CMS_C1_REPRESENTATIVE_BODA_VW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Field representative (crew member) mobile details parsed out of the representative's XML data area: the service areas they cover and their worker capabilities, one row per representative and area or capability.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Field Operations: Crew domain and its views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04B86"/>
                          </a:solidFill>
                        </a:rPr>
                        <a:t>CMS_D1_ACTIVITY_CHAR_VW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Activity characteristics pivoted per field activity: internal field-activity status, priority, and the third-party representative code, so the domain filters on them as columns.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Field Operations: Crew domain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04B86"/>
                          </a:solidFill>
                        </a:rPr>
                        <a:t>CMS_D1_ACTIVITY_D1FA_BODA_VW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The field activity's business-object data parsed from XML: instructions and comments, the appointment window and who took it, expiration, requester, external references, and the customer and contact names and phone numbers.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Field Operations: Crew and Field Activity domains; Upcoming Field Work, Cancelations, Average Days per Field Task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04B86"/>
                          </a:solidFill>
                        </a:rPr>
                        <a:t>CMS_CI_CASE_VW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One row per case with its create and close timestamps derived from the case log (the case-created entry and the closing status entry) and the duration in minutes, measured to now while the case is open.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Customer Operations: Case domain and every case view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</a:tr>
              <a:tr h="1325880"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1">
                          <a:solidFill>
                            <a:srgbClr val="004B86"/>
                          </a:solidFill>
                        </a:rPr>
                        <a:t>CMS_CI_CASE_LOG_VW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view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The case log as a timeline: every status change with the previous status, the previous log time, and how long the case sat in the previous and the current state.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  <a:tc>
                  <a:txBody>
                    <a:bodyPr wrap="square" anchor="ctr" lIns="137160" rIns="137160" tIns="54864" bIns="54864"/>
                    <a:lstStyle/>
                    <a:p>
                      <a:pPr algn="l">
                        <a:spcAft>
                          <a:spcPts val="600"/>
                        </a:spcAft>
                      </a:pPr>
                      <a:r>
                        <a:rPr sz="1600" b="0">
                          <a:solidFill>
                            <a:srgbClr val="56636E"/>
                          </a:solidFill>
                        </a:rPr>
                        <a:t>Customer Operations: Case domain (state durations and the case timeline views)</a:t>
                      </a:r>
                    </a:p>
                  </a:txBody>
                  <a:tcPr>
                    <a:solidFill>
                      <a:srgbClr val="E6EC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rigin Utility 2025">
      <a:dk1>
        <a:srgbClr val="006DA7"/>
      </a:dk1>
      <a:lt1>
        <a:srgbClr val="F5EFE9"/>
      </a:lt1>
      <a:dk2>
        <a:srgbClr val="006DA7"/>
      </a:dk2>
      <a:lt2>
        <a:srgbClr val="F4EFE9"/>
      </a:lt2>
      <a:accent1>
        <a:srgbClr val="FFA418"/>
      </a:accent1>
      <a:accent2>
        <a:srgbClr val="E9860D"/>
      </a:accent2>
      <a:accent3>
        <a:srgbClr val="BD5720"/>
      </a:accent3>
      <a:accent4>
        <a:srgbClr val="DBD3CC"/>
      </a:accent4>
      <a:accent5>
        <a:srgbClr val="BDB2AC"/>
      </a:accent5>
      <a:accent6>
        <a:srgbClr val="8E837E"/>
      </a:accent6>
      <a:hlink>
        <a:srgbClr val="FFA418"/>
      </a:hlink>
      <a:folHlink>
        <a:srgbClr val="BD572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-Deck Template-V1.1.0" id="{543EA141-4271-724E-B203-433C213E4E47}" vid="{7CB0B064-B97B-A240-BD28-B45B388501E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0EC55FE308B3F479D76AF450841754E" ma:contentTypeVersion="12" ma:contentTypeDescription="Create a new document." ma:contentTypeScope="" ma:versionID="e790027c7c34249bb98666c8c9119eaa">
  <xsd:schema xmlns:xsd="http://www.w3.org/2001/XMLSchema" xmlns:xs="http://www.w3.org/2001/XMLSchema" xmlns:p="http://schemas.microsoft.com/office/2006/metadata/properties" xmlns:ns2="12ca6ba9-4514-42dd-bdc3-b6324cc23e5f" xmlns:ns3="d357c37f-953d-43f0-9d5c-41b6999fc31b" targetNamespace="http://schemas.microsoft.com/office/2006/metadata/properties" ma:root="true" ma:fieldsID="bd009a1edaaf9ab5d6f665727a0fec8b" ns2:_="" ns3:_="">
    <xsd:import namespace="12ca6ba9-4514-42dd-bdc3-b6324cc23e5f"/>
    <xsd:import namespace="d357c37f-953d-43f0-9d5c-41b6999fc31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ca6ba9-4514-42dd-bdc3-b6324cc23e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57c37f-953d-43f0-9d5c-41b6999fc31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5F15CB5-6569-4BED-87D8-DF74EBB45C9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4E750B-86ED-4509-BE57-275555DF1C1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ca6ba9-4514-42dd-bdc3-b6324cc23e5f"/>
    <ds:schemaRef ds:uri="d357c37f-953d-43f0-9d5c-41b6999fc31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67C8049-9568-4DE9-AB0C-6845984CADEA}">
  <ds:schemaRefs>
    <ds:schemaRef ds:uri="http://purl.org/dc/terms/"/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d357c37f-953d-43f0-9d5c-41b6999fc31b"/>
    <ds:schemaRef ds:uri="http://www.w3.org/XML/1998/namespace"/>
    <ds:schemaRef ds:uri="12ca6ba9-4514-42dd-bdc3-b6324cc23e5f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ORG-Deck Template-V1.1.0</Template>
  <TotalTime>574</TotalTime>
  <Words>528</Words>
  <Application>Microsoft Office PowerPoint</Application>
  <PresentationFormat>Custom</PresentationFormat>
  <Paragraphs>95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Delight Semi Bold</vt:lpstr>
      <vt:lpstr>Delight Regular</vt:lpstr>
      <vt:lpstr>Arial</vt:lpstr>
      <vt:lpstr>Aptos</vt:lpstr>
      <vt:lpstr>Delight Medium</vt:lpstr>
      <vt:lpstr>Office Theme</vt:lpstr>
      <vt:lpstr>DataVergence App</vt:lpstr>
      <vt:lpstr>PowerPoint Presentation</vt:lpstr>
      <vt:lpstr>PowerPoint Presentation</vt:lpstr>
      <vt:lpstr>What is being solved?</vt:lpstr>
      <vt:lpstr>PowerPoint Presentation</vt:lpstr>
      <vt:lpstr>Roadmap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Geraldine Roddie</dc:creator>
  <cp:lastModifiedBy>Reed Navara</cp:lastModifiedBy>
  <cp:revision>4</cp:revision>
  <dcterms:created xsi:type="dcterms:W3CDTF">2025-11-19T15:32:52Z</dcterms:created>
  <dcterms:modified xsi:type="dcterms:W3CDTF">2026-09-25T00:07:49Z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2025-09-02T00:00:00Z</vt:filetime>
  </property>
  <property fmtid="{D5CDD505-2E9C-101B-9397-08002B2CF9AE}" pid="3" name="Creator">
    <vt:lpwstr>Adobe InDesign 20.5 (Macintosh)</vt:lpwstr>
  </property>
  <property fmtid="{D5CDD505-2E9C-101B-9397-08002B2CF9AE}" pid="4" name="LastSaved">
    <vt:filetime>2025-09-02T00:00:00Z</vt:filetime>
  </property>
  <property fmtid="{D5CDD505-2E9C-101B-9397-08002B2CF9AE}" pid="5" name="Producer">
    <vt:lpwstr>Adobe PDF Library 17.0</vt:lpwstr>
  </property>
  <property fmtid="{D5CDD505-2E9C-101B-9397-08002B2CF9AE}" pid="6" name="ContentTypeId">
    <vt:lpwstr>0x01010000EC55FE308B3F479D76AF450841754E</vt:lpwstr>
  </property>
  <property fmtid="{D5CDD505-2E9C-101B-9397-08002B2CF9AE}" pid="7" name="MediaServiceImageTags">
    <vt:lpwstr/>
  </property>
</Properties>
</file>