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Standard Offering Release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Two step-by-step visuals: the Standard Offering inside Jaspersoft Server, and the database deployment of the snapshots and the objects the domains depend 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Standard Offering In Jaspersoft,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1828800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1832" y="2029968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7904" y="1920240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Author on Origin_DEV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Every domain, Ad Hoc view, report and dashboard is built in the Workstreams tree on the internal server: the only place anything is edited by hand.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3493008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3694176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3584448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Inventory and classify the export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The org export is scanned for domains, Ad Hoc views, report units, dashboards and the datasource. Matching uses the business-facing labels, never the generic internal ids.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" y="5157216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5358383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7904" y="5248655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Select the offering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Only the Standard Offering list is kept, remapped into nine workstream folders by business process. The Workstreams tree is left untouched: a curated copy, not a move.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" y="6821423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1832" y="7022591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6912863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Carry only what it needs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One packaged copy of each domain (53 today) in one business-process home, every report and view reference rewritten to that copy, and the datasource resource carried because the domains reference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" y="8485632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8686800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7904" y="8577072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Clean the package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Print-wrapper reports stripped from saved Ad Hoc views, dashboards tied to public templates left out, folder metadata generated, the import index narrowed to the offering folder plus the datasource.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81844" y="1828800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383012" y="2029968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9084" y="1920240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Prove on Origin_TEST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The first promotion, with the seven proofs: import without warnings, re-export byte-equal inside the scope, every resource executed, datasource connection unchanged.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81844" y="3493008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83012" y="3694176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9084" y="3584448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Client test org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The datasource switched to the client's test database by carrying the target's own datasource export byte for byte; org path, folder, alias and tenant root rewritten; verified before import.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81844" y="5157216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83012" y="5358383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9084" y="5248655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Every view queried, every report rendered, every domain probed on the client's own numbers. PASS, EMPTY, SLOW or FAIL per resource with its timing; one sign-off document per org.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81844" y="6821423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83012" y="7022591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9084" y="6912863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Client prod org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The same tool and the same proofs with an explicit prod flag. A repository inventory snapshot before and a diff after are the rollback record.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81844" y="8485632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83012" y="8686800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9084" y="8577072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Keep it current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Additive-only domain patches with seven proofs and a one-command restore, the Standardized Reports folder for scheduled SQL reports, and every change swept and re-signed.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" y="10012680"/>
            <a:ext cx="1828800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Steps 1 to 5 build the package once; steps 6 to 9 repeat per client org; step 10 is every change after go-live.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Database Deployment,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1828800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1832" y="2029968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7904" y="1920240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Preflight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Proves the deploy user can read every CISADM table the snapshots need and write the target objects. A limited-privilege variant exists for locked-down instances.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3493008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3694176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3584448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Create the seven rolling snapshot tables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Financial transactions, billed usage, SQ usage, GL distribution, measurements, usage and usage scalar detail: created empty with their keys, nothing loaded yet.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" y="5157216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5358383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7904" y="5248655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Create the domain-support objects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The SA aged-balance snapshot table, its snapshot-type lookup seed, and eight CMS views for device, asset, crew, field activity and case, with grants and the read-schema synonyms repaired.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" y="6821423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1832" y="7022591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6912863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Deploy the procedures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One baseline procedure per snapshot (the retained 24 months, loaded once) and one operational procedure; the aged-balance refresh procedure for the SA snapshot.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" y="8485632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8686800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7904" y="8577072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Submit the baselines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All eight loads submitted at once as database scheduler jobs; they run unattended and survive a dropped connection. The SA snapshot refresh runs alongside from live financial transactions.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81844" y="1828800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383012" y="2029968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9084" y="1920240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Ready gate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The scheduler's job table is polled up to eight hours until every job reports SUCCEEDED. A FAILED or missing job stops the rollout.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81844" y="3493008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83012" y="3694176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9084" y="3584448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Validate and gate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Row counts, twelve monthly totals against the source, duplicate keys. The install gate fails on any empty table or duplicate key. Domain support: views valid, lookup seeded, aging buckets sum to the balance, FT parity.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81844" y="5157216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83012" y="5358383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9084" y="5248655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Post-load indexes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Indexes on the keys and dates the domains filter on, created after the load so the baseline is never slowed by them.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81844" y="6821423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83012" y="7022591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9084" y="6912863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Rolling cutover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Rolling procedures installed (3 months rebuilt, 24 kept; 6-month at CityCorp and Odessa), one operational refresh run by hand and validated again. Long refreshes run as background jobs, never in the session.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81844" y="8485632"/>
            <a:ext cx="9212580" cy="1435607"/>
          </a:xfrm>
          <a:prstGeom prst="roundRect">
            <a:avLst>
              <a:gd name="adj" fmla="val 8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83012" y="8686800"/>
            <a:ext cx="457200" cy="457200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3D7A"/>
                </a:solidFill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9084" y="8577072"/>
            <a:ext cx="8252459" cy="1252728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3D7A"/>
                </a:solidFill>
              </a:rPr>
              <a:t>Schedule and monitor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C5D69"/>
                </a:solidFill>
              </a:rPr>
              <a:t>One scheduler job per table, twice daily with a 30-minute stagger, held on TEST until approved. Last-run capture and data-quality checks per client; validate again after the first scheduled run.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" y="10012680"/>
            <a:ext cx="1828800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EFE9"/>
                </a:solidFill>
              </a:rPr>
              <a:t>Steps 1 to 8 are the baseline; 9 and 10 are the cutover to rolling refresh. The domain-support objects ride the same rollout so the live domains work the day the snapshots 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(1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CMS_SA_SNAPSHOT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table + refresh procedure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end-of-day (LDAY) aged-balance row per service agreement: current and payoff balance, new charges, and ten aging buckets built from frozen ARS financial transactions dated up to today. Credits and payments retire the oldest debt first; excess credit sits in the current bucket; buckets 1 to 5 always sum to the current balance; future-dated amounts are excluded.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the SA Snapshot Aged Balance domain, its account roll-up (a derived query over this table, not a second object), and every aged-debt view and dashboard on it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CM_SNAPSHOT_TYPE_FLG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lookup seed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four snapshot-type codes (LDAY, EMON, ARCH, LEMN) written into the C2M lookup tables. The domain inner-joins them, so a fresh database without the seed returns zero rows in every Ad Hoc view.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SA Snapshot Aged Balance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device with its identifiers pivoted from rows into columns: asset id, badge number, serial number, internal meter number, external and MDM ids, NIC id and serial, name, utility device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domain; Daily Installations, Disconnected Service Points, Meters Not Recently Read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device's business-object data area parsed out of its XML: business object code, latest status, retirement date and time. One row per device.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CMS_W1_ASSET_IDENTIFIER_VW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asset with its identifiers pivoted into columns, the asset-side twin of the device identifier view, so the Asset domain can join by badge, serial or external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Asset domain; In Storage, Distribution of Installed Assets, Non-Meter Assets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(2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CMS_C1_REPRESENTATIVE_BODA_VW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representative (crew member) mobile details parsed out of the representative's XML data area: the service areas they cover and their worker capabilities, one row per representative and area or capability.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 and its views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CMS_D1_ACTIVITY_CHAR_VW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Activity characteristics pivoted per field activity: internal field-activity status, priority, and the third-party representative code, so the domain filters on them as columns.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CMS_D1_ACTIVITY_D1FA_BODA_VW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field activity's business-object data parsed from XML: instructions and comments, the appointment window and who took it, expiration, requester, external references, and the customer and contact names and phone numbers.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and Field Activity domains; Upcoming Field Work, Cancelations, Average Days per Field Task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case with its create and close timestamps derived from the case log (the case-created entry and the closing status entry) and the duration in minutes, measured to now while the case is open.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and every case 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CMS_CI_CASE_LOG_VW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case log as a timeline: every status change with the previous status, the previous log time, and how long the case sat in the previous and the current state.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(state durations and the case timeline views)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