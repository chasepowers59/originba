
<file path=[Content_Types].xml><?xml version="1.0" encoding="utf-8"?>
<Types xmlns="http://schemas.openxmlformats.org/package/2006/content-types">
  <Default Extension="jpg" ContentType="image/jpeg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media/image2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</p:sldIdLst>
  <p:sldSz cx="20104100" cy="11309350"/>
  <p:notesSz cx="20104100" cy="11309350"/>
  <p:embeddedFontLst>
    <p:embeddedFont>
      <p:font typeface="Delight Medium" panose="020B0604020202020204" charset="0"/>
      <p:regular r:id="rId12"/>
      <p:bold r:id="rId13"/>
    </p:embeddedFont>
    <p:embeddedFont>
      <p:font typeface="Delight Regular" panose="020B0604020202020204" charset="0"/>
      <p:regular r:id="rId14"/>
    </p:embeddedFont>
    <p:embeddedFont>
      <p:font typeface="Delight Semi Bold" panose="020B0604020202020204" charset="0"/>
      <p:regular r:id="rId15"/>
      <p:bold r:id="rId16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ECA242-63C1-4819-718C-03DD82C4675D}" name="Matthew Chaump" initials="MC" userId="S::mchaump@originutility.com::b3d42fe6-670a-4966-b5bf-3a36d66e83c8" providerId="AD"/>
  <p188:author id="{1DC4F756-B5AF-C2D4-9316-CD972CDD5EB3}" name="Jim Andrews" initials="JA" userId="S::jandrews@originconsults.com::a05dfb70-bfc1-430f-b538-55d430ac6b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7D23"/>
    <a:srgbClr val="F5EFE9"/>
    <a:srgbClr val="FFFFFF"/>
    <a:srgbClr val="006DA7"/>
    <a:srgbClr val="103F7C"/>
    <a:srgbClr val="000000"/>
    <a:srgbClr val="2E2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288D44-8111-45FC-9CA5-005E2963CEF0}" v="3" dt="2026-09-24T23:17:50.549"/>
    <p1510:client id="{EFAEBEA1-CE80-4756-ACF3-B164209B0570}" v="2" dt="2026-09-24T15:34:27.15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37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Relationship Id="rId23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ed Navara" userId="c24476df-5543-40c4-aff2-f9b37b4e2199" providerId="ADAL" clId="{DE4EBD87-7713-4937-BB2F-40F61ABFC847}"/>
    <pc:docChg chg="custSel addSld modSld sldOrd">
      <pc:chgData name="Reed Navara" userId="c24476df-5543-40c4-aff2-f9b37b4e2199" providerId="ADAL" clId="{DE4EBD87-7713-4937-BB2F-40F61ABFC847}" dt="2026-09-25T00:07:49.632" v="466" actId="1076"/>
      <pc:docMkLst>
        <pc:docMk/>
      </pc:docMkLst>
      <pc:sldChg chg="modSp mod">
        <pc:chgData name="Reed Navara" userId="c24476df-5543-40c4-aff2-f9b37b4e2199" providerId="ADAL" clId="{DE4EBD87-7713-4937-BB2F-40F61ABFC847}" dt="2026-09-24T15:13:37.621" v="9" actId="20577"/>
        <pc:sldMkLst>
          <pc:docMk/>
          <pc:sldMk cId="1423065503" sldId="268"/>
        </pc:sldMkLst>
        <pc:spChg chg="mod">
          <ac:chgData name="Reed Navara" userId="c24476df-5543-40c4-aff2-f9b37b4e2199" providerId="ADAL" clId="{DE4EBD87-7713-4937-BB2F-40F61ABFC847}" dt="2026-09-24T15:13:37.621" v="9" actId="20577"/>
          <ac:spMkLst>
            <pc:docMk/>
            <pc:sldMk cId="1423065503" sldId="268"/>
            <ac:spMk id="3" creationId="{E11F4AC8-907D-0D9B-3EC1-080B36B5BD90}"/>
          </ac:spMkLst>
        </pc:spChg>
      </pc:sldChg>
      <pc:sldChg chg="addSp delSp modSp mod ord">
        <pc:chgData name="Reed Navara" userId="c24476df-5543-40c4-aff2-f9b37b4e2199" providerId="ADAL" clId="{DE4EBD87-7713-4937-BB2F-40F61ABFC847}" dt="2026-09-25T00:07:49.632" v="466" actId="1076"/>
        <pc:sldMkLst>
          <pc:docMk/>
          <pc:sldMk cId="4080643058" sldId="305"/>
        </pc:sldMkLst>
        <pc:spChg chg="mod">
          <ac:chgData name="Reed Navara" userId="c24476df-5543-40c4-aff2-f9b37b4e2199" providerId="ADAL" clId="{DE4EBD87-7713-4937-BB2F-40F61ABFC847}" dt="2026-09-24T23:30:16.792" v="239" actId="20577"/>
          <ac:spMkLst>
            <pc:docMk/>
            <pc:sldMk cId="4080643058" sldId="305"/>
            <ac:spMk id="14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49:32.248" v="458" actId="20577"/>
          <ac:spMkLst>
            <pc:docMk/>
            <pc:sldMk cId="4080643058" sldId="305"/>
            <ac:spMk id="17" creationId="{00000000-0000-0000-0000-000000000000}"/>
          </ac:spMkLst>
        </pc:spChg>
        <pc:spChg chg="del mod">
          <ac:chgData name="Reed Navara" userId="c24476df-5543-40c4-aff2-f9b37b4e2199" providerId="ADAL" clId="{DE4EBD87-7713-4937-BB2F-40F61ABFC847}" dt="2026-09-24T23:49:53.112" v="459" actId="478"/>
          <ac:spMkLst>
            <pc:docMk/>
            <pc:sldMk cId="4080643058" sldId="305"/>
            <ac:spMk id="19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5T00:07:39.040" v="464" actId="1076"/>
          <ac:spMkLst>
            <pc:docMk/>
            <pc:sldMk cId="4080643058" sldId="305"/>
            <ac:spMk id="20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5T00:07:43.953" v="465" actId="1076"/>
          <ac:spMkLst>
            <pc:docMk/>
            <pc:sldMk cId="4080643058" sldId="305"/>
            <ac:spMk id="21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5T00:07:49.632" v="466" actId="1076"/>
          <ac:spMkLst>
            <pc:docMk/>
            <pc:sldMk cId="4080643058" sldId="305"/>
            <ac:spMk id="22" creationId="{00000000-0000-0000-0000-000000000000}"/>
          </ac:spMkLst>
        </pc:spChg>
      </pc:sldChg>
      <pc:sldChg chg="addSp modSp">
        <pc:chgData name="Reed Navara" userId="c24476df-5543-40c4-aff2-f9b37b4e2199" providerId="ADAL" clId="{DE4EBD87-7713-4937-BB2F-40F61ABFC847}" dt="2026-09-21T17:48:56.572" v="7" actId="767"/>
        <pc:sldMkLst>
          <pc:docMk/>
          <pc:sldMk cId="2577594116" sldId="2147327721"/>
        </pc:sldMkLst>
      </pc:sldChg>
      <pc:sldChg chg="addSp modSp mod">
        <pc:chgData name="Reed Navara" userId="c24476df-5543-40c4-aff2-f9b37b4e2199" providerId="ADAL" clId="{DE4EBD87-7713-4937-BB2F-40F61ABFC847}" dt="2026-09-24T23:17:15.811" v="171" actId="1076"/>
        <pc:sldMkLst>
          <pc:docMk/>
          <pc:sldMk cId="832659428" sldId="2147327722"/>
        </pc:sldMkLst>
        <pc:spChg chg="add mod">
          <ac:chgData name="Reed Navara" userId="c24476df-5543-40c4-aff2-f9b37b4e2199" providerId="ADAL" clId="{DE4EBD87-7713-4937-BB2F-40F61ABFC847}" dt="2026-09-21T17:33:20.045" v="4" actId="767"/>
          <ac:spMkLst>
            <pc:docMk/>
            <pc:sldMk cId="832659428" sldId="2147327722"/>
            <ac:spMk id="2" creationId="{07614073-3D00-D5C1-B916-B7FA95B3EE55}"/>
          </ac:spMkLst>
        </pc:spChg>
        <pc:spChg chg="add mod">
          <ac:chgData name="Reed Navara" userId="c24476df-5543-40c4-aff2-f9b37b4e2199" providerId="ADAL" clId="{DE4EBD87-7713-4937-BB2F-40F61ABFC847}" dt="2026-09-24T23:17:15.811" v="171" actId="1076"/>
          <ac:spMkLst>
            <pc:docMk/>
            <pc:sldMk cId="832659428" sldId="2147327722"/>
            <ac:spMk id="3" creationId="{475E2A8C-B58E-4DCF-6869-25D6C75F772F}"/>
          </ac:spMkLst>
        </pc:spChg>
      </pc:sldChg>
      <pc:sldChg chg="addSp delSp modSp add mod ord modNotesTx">
        <pc:chgData name="Reed Navara" userId="c24476df-5543-40c4-aff2-f9b37b4e2199" providerId="ADAL" clId="{DE4EBD87-7713-4937-BB2F-40F61ABFC847}" dt="2026-09-24T23:29:27.208" v="227" actId="478"/>
        <pc:sldMkLst>
          <pc:docMk/>
          <pc:sldMk cId="0" sldId="2147327723"/>
        </pc:sldMkLst>
        <pc:spChg chg="mod">
          <ac:chgData name="Reed Navara" userId="c24476df-5543-40c4-aff2-f9b37b4e2199" providerId="ADAL" clId="{DE4EBD87-7713-4937-BB2F-40F61ABFC847}" dt="2026-09-24T23:15:29.177" v="101" actId="1076"/>
          <ac:spMkLst>
            <pc:docMk/>
            <pc:sldMk cId="0" sldId="2147327723"/>
            <ac:spMk id="2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23:14:41.055" v="97" actId="478"/>
          <ac:spMkLst>
            <pc:docMk/>
            <pc:sldMk cId="0" sldId="2147327723"/>
            <ac:spMk id="3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5:12.826" v="100" actId="1076"/>
          <ac:spMkLst>
            <pc:docMk/>
            <pc:sldMk cId="0" sldId="2147327723"/>
            <ac:spMk id="4" creationId="{00000000-0000-0000-0000-000000000000}"/>
          </ac:spMkLst>
        </pc:spChg>
        <pc:spChg chg="del mod">
          <ac:chgData name="Reed Navara" userId="c24476df-5543-40c4-aff2-f9b37b4e2199" providerId="ADAL" clId="{DE4EBD87-7713-4937-BB2F-40F61ABFC847}" dt="2026-09-24T23:17:23.615" v="173" actId="478"/>
          <ac:spMkLst>
            <pc:docMk/>
            <pc:sldMk cId="0" sldId="2147327723"/>
            <ac:spMk id="902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3:46.838" v="70" actId="20577"/>
          <ac:spMkLst>
            <pc:docMk/>
            <pc:sldMk cId="0" sldId="2147327723"/>
            <ac:spMk id="903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4:06.118" v="80" actId="20577"/>
          <ac:spMkLst>
            <pc:docMk/>
            <pc:sldMk cId="0" sldId="2147327723"/>
            <ac:spMk id="906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29:15.986" v="225" actId="20577"/>
          <ac:spMkLst>
            <pc:docMk/>
            <pc:sldMk cId="0" sldId="2147327723"/>
            <ac:spMk id="910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4:14.703" v="81" actId="20577"/>
          <ac:spMkLst>
            <pc:docMk/>
            <pc:sldMk cId="0" sldId="2147327723"/>
            <ac:spMk id="911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4:27.610" v="94" actId="20577"/>
          <ac:spMkLst>
            <pc:docMk/>
            <pc:sldMk cId="0" sldId="2147327723"/>
            <ac:spMk id="915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5:29.177" v="101" actId="1076"/>
          <ac:spMkLst>
            <pc:docMk/>
            <pc:sldMk cId="0" sldId="2147327723"/>
            <ac:spMk id="916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5:29.177" v="101" actId="1076"/>
          <ac:spMkLst>
            <pc:docMk/>
            <pc:sldMk cId="0" sldId="2147327723"/>
            <ac:spMk id="917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5:29.177" v="101" actId="1076"/>
          <ac:spMkLst>
            <pc:docMk/>
            <pc:sldMk cId="0" sldId="2147327723"/>
            <ac:spMk id="918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23:14:37.130" v="95" actId="478"/>
          <ac:spMkLst>
            <pc:docMk/>
            <pc:sldMk cId="0" sldId="2147327723"/>
            <ac:spMk id="919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23:14:40.065" v="96" actId="478"/>
          <ac:spMkLst>
            <pc:docMk/>
            <pc:sldMk cId="0" sldId="2147327723"/>
            <ac:spMk id="920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23:14:55.180" v="99" actId="478"/>
          <ac:spMkLst>
            <pc:docMk/>
            <pc:sldMk cId="0" sldId="2147327723"/>
            <ac:spMk id="921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5:12.826" v="100" actId="1076"/>
          <ac:spMkLst>
            <pc:docMk/>
            <pc:sldMk cId="0" sldId="2147327723"/>
            <ac:spMk id="922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5:12.826" v="100" actId="1076"/>
          <ac:spMkLst>
            <pc:docMk/>
            <pc:sldMk cId="0" sldId="2147327723"/>
            <ac:spMk id="923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5:12.826" v="100" actId="1076"/>
          <ac:spMkLst>
            <pc:docMk/>
            <pc:sldMk cId="0" sldId="2147327723"/>
            <ac:spMk id="924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28:32.529" v="198" actId="20577"/>
          <ac:spMkLst>
            <pc:docMk/>
            <pc:sldMk cId="0" sldId="2147327723"/>
            <ac:spMk id="928" creationId="{00000000-0000-0000-0000-000000000000}"/>
          </ac:spMkLst>
        </pc:spChg>
        <pc:spChg chg="del mod">
          <ac:chgData name="Reed Navara" userId="c24476df-5543-40c4-aff2-f9b37b4e2199" providerId="ADAL" clId="{DE4EBD87-7713-4937-BB2F-40F61ABFC847}" dt="2026-09-24T23:28:51.721" v="200" actId="478"/>
          <ac:spMkLst>
            <pc:docMk/>
            <pc:sldMk cId="0" sldId="2147327723"/>
            <ac:spMk id="932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23:29:27.208" v="227" actId="478"/>
          <ac:spMkLst>
            <pc:docMk/>
            <pc:sldMk cId="0" sldId="2147327723"/>
            <ac:spMk id="933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23:29:25.318" v="226" actId="478"/>
          <ac:spMkLst>
            <pc:docMk/>
            <pc:sldMk cId="0" sldId="2147327723"/>
            <ac:spMk id="934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23:28:55.539" v="201" actId="478"/>
          <ac:spMkLst>
            <pc:docMk/>
            <pc:sldMk cId="0" sldId="2147327723"/>
            <ac:spMk id="935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23:28:58.888" v="205" actId="478"/>
          <ac:spMkLst>
            <pc:docMk/>
            <pc:sldMk cId="0" sldId="2147327723"/>
            <ac:spMk id="936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23:28:55.539" v="201" actId="478"/>
          <ac:spMkLst>
            <pc:docMk/>
            <pc:sldMk cId="0" sldId="2147327723"/>
            <ac:spMk id="937" creationId="{00000000-0000-0000-0000-000000000000}"/>
          </ac:spMkLst>
        </pc:spChg>
        <pc:spChg chg="del mod">
          <ac:chgData name="Reed Navara" userId="c24476df-5543-40c4-aff2-f9b37b4e2199" providerId="ADAL" clId="{DE4EBD87-7713-4937-BB2F-40F61ABFC847}" dt="2026-09-24T23:29:00.029" v="206" actId="478"/>
          <ac:spMkLst>
            <pc:docMk/>
            <pc:sldMk cId="0" sldId="2147327723"/>
            <ac:spMk id="938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23:28:55.539" v="201" actId="478"/>
          <ac:spMkLst>
            <pc:docMk/>
            <pc:sldMk cId="0" sldId="2147327723"/>
            <ac:spMk id="939" creationId="{00000000-0000-0000-0000-000000000000}"/>
          </ac:spMkLst>
        </pc:spChg>
        <pc:spChg chg="del mod">
          <ac:chgData name="Reed Navara" userId="c24476df-5543-40c4-aff2-f9b37b4e2199" providerId="ADAL" clId="{DE4EBD87-7713-4937-BB2F-40F61ABFC847}" dt="2026-09-24T23:28:57.065" v="203" actId="478"/>
          <ac:spMkLst>
            <pc:docMk/>
            <pc:sldMk cId="0" sldId="2147327723"/>
            <ac:spMk id="940" creationId="{00000000-0000-0000-0000-000000000000}"/>
          </ac:spMkLst>
        </pc:spChg>
        <pc:spChg chg="del mod">
          <ac:chgData name="Reed Navara" userId="c24476df-5543-40c4-aff2-f9b37b4e2199" providerId="ADAL" clId="{DE4EBD87-7713-4937-BB2F-40F61ABFC847}" dt="2026-09-24T15:41:40.284" v="68" actId="478"/>
          <ac:spMkLst>
            <pc:docMk/>
            <pc:sldMk cId="0" sldId="2147327723"/>
            <ac:spMk id="948" creationId="{00000000-0000-0000-0000-000000000000}"/>
          </ac:spMkLst>
        </pc:spChg>
        <pc:cxnChg chg="add mod">
          <ac:chgData name="Reed Navara" userId="c24476df-5543-40c4-aff2-f9b37b4e2199" providerId="ADAL" clId="{DE4EBD87-7713-4937-BB2F-40F61ABFC847}" dt="2026-09-24T23:15:39.985" v="103" actId="1076"/>
          <ac:cxnSpMkLst>
            <pc:docMk/>
            <pc:sldMk cId="0" sldId="2147327723"/>
            <ac:cxnSpMk id="6" creationId="{BEB60A8F-C93B-AC7B-D6D4-DCC85505D9A0}"/>
          </ac:cxnSpMkLst>
        </pc:cxnChg>
        <pc:cxnChg chg="add mod">
          <ac:chgData name="Reed Navara" userId="c24476df-5543-40c4-aff2-f9b37b4e2199" providerId="ADAL" clId="{DE4EBD87-7713-4937-BB2F-40F61ABFC847}" dt="2026-09-24T23:15:47.531" v="105" actId="1076"/>
          <ac:cxnSpMkLst>
            <pc:docMk/>
            <pc:sldMk cId="0" sldId="2147327723"/>
            <ac:cxnSpMk id="7" creationId="{2462D4BF-95F9-8B56-61ED-8C1DFDA4FC54}"/>
          </ac:cxnSpMkLst>
        </pc:cxnChg>
        <pc:cxnChg chg="mod">
          <ac:chgData name="Reed Navara" userId="c24476df-5543-40c4-aff2-f9b37b4e2199" providerId="ADAL" clId="{DE4EBD87-7713-4937-BB2F-40F61ABFC847}" dt="2026-09-24T23:29:05.016" v="207" actId="1076"/>
          <ac:cxnSpMkLst>
            <pc:docMk/>
            <pc:sldMk cId="0" sldId="2147327723"/>
            <ac:cxnSpMk id="912" creationId="{00000000-0000-0000-0000-000000000000}"/>
          </ac:cxnSpMkLst>
        </pc:cxnChg>
      </pc:sldChg>
      <pc:sldChg chg="delSp modSp add mod ord">
        <pc:chgData name="Reed Navara" userId="c24476df-5543-40c4-aff2-f9b37b4e2199" providerId="ADAL" clId="{DE4EBD87-7713-4937-BB2F-40F61ABFC847}" dt="2026-09-24T23:47:40.576" v="414" actId="20577"/>
        <pc:sldMkLst>
          <pc:docMk/>
          <pc:sldMk cId="0" sldId="2147327724"/>
        </pc:sldMkLst>
        <pc:spChg chg="mod">
          <ac:chgData name="Reed Navara" userId="c24476df-5543-40c4-aff2-f9b37b4e2199" providerId="ADAL" clId="{DE4EBD87-7713-4937-BB2F-40F61ABFC847}" dt="2026-09-24T15:35:50.223" v="59" actId="20577"/>
          <ac:spMkLst>
            <pc:docMk/>
            <pc:sldMk cId="0" sldId="2147327724"/>
            <ac:spMk id="2" creationId="{00000000-0000-0000-0000-000000000000}"/>
          </ac:spMkLst>
        </pc:spChg>
        <pc:spChg chg="del mod">
          <ac:chgData name="Reed Navara" userId="c24476df-5543-40c4-aff2-f9b37b4e2199" providerId="ADAL" clId="{DE4EBD87-7713-4937-BB2F-40F61ABFC847}" dt="2026-09-24T15:35:57.631" v="61" actId="478"/>
          <ac:spMkLst>
            <pc:docMk/>
            <pc:sldMk cId="0" sldId="2147327724"/>
            <ac:spMk id="901" creationId="{00000000-0000-0000-0000-000000000000}"/>
          </ac:spMkLst>
        </pc:spChg>
        <pc:spChg chg="del mod">
          <ac:chgData name="Reed Navara" userId="c24476df-5543-40c4-aff2-f9b37b4e2199" providerId="ADAL" clId="{DE4EBD87-7713-4937-BB2F-40F61ABFC847}" dt="2026-09-24T23:46:30.121" v="367" actId="20577"/>
          <ac:spMkLst>
            <pc:docMk/>
            <pc:sldMk cId="0" sldId="2147327724"/>
            <ac:spMk id="902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46:40.616" v="373" actId="20577"/>
          <ac:spMkLst>
            <pc:docMk/>
            <pc:sldMk cId="0" sldId="2147327724"/>
            <ac:spMk id="908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15:36:10.817" v="63" actId="14100"/>
          <ac:spMkLst>
            <pc:docMk/>
            <pc:sldMk cId="0" sldId="2147327724"/>
            <ac:spMk id="911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7:03.568" v="168" actId="20577"/>
          <ac:spMkLst>
            <pc:docMk/>
            <pc:sldMk cId="0" sldId="2147327724"/>
            <ac:spMk id="916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7:00.333" v="166" actId="20577"/>
          <ac:spMkLst>
            <pc:docMk/>
            <pc:sldMk cId="0" sldId="2147327724"/>
            <ac:spMk id="917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7:07.239" v="170" actId="20577"/>
          <ac:spMkLst>
            <pc:docMk/>
            <pc:sldMk cId="0" sldId="2147327724"/>
            <ac:spMk id="918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6:37.639" v="133" actId="20577"/>
          <ac:spMkLst>
            <pc:docMk/>
            <pc:sldMk cId="0" sldId="2147327724"/>
            <ac:spMk id="919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6:51.954" v="164" actId="20577"/>
          <ac:spMkLst>
            <pc:docMk/>
            <pc:sldMk cId="0" sldId="2147327724"/>
            <ac:spMk id="921" creationId="{00000000-0000-0000-0000-000000000000}"/>
          </ac:spMkLst>
        </pc:spChg>
        <pc:spChg chg="del mod">
          <ac:chgData name="Reed Navara" userId="c24476df-5543-40c4-aff2-f9b37b4e2199" providerId="ADAL" clId="{DE4EBD87-7713-4937-BB2F-40F61ABFC847}" dt="2026-09-24T23:44:33.729" v="278" actId="20577"/>
          <ac:spMkLst>
            <pc:docMk/>
            <pc:sldMk cId="0" sldId="2147327724"/>
            <ac:spMk id="924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44:45.716" v="306" actId="20577"/>
          <ac:spMkLst>
            <pc:docMk/>
            <pc:sldMk cId="0" sldId="2147327724"/>
            <ac:spMk id="926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47:40.576" v="414" actId="20577"/>
          <ac:spMkLst>
            <pc:docMk/>
            <pc:sldMk cId="0" sldId="2147327724"/>
            <ac:spMk id="928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15:36:01.676" v="62" actId="478"/>
          <ac:spMkLst>
            <pc:docMk/>
            <pc:sldMk cId="0" sldId="2147327724"/>
            <ac:spMk id="931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D3FFB-ECF6-4148-B895-0C2C3FEFEFB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6CCB5-C92D-914A-9E84-276068BE1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77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–Blue"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45294" y="4283075"/>
            <a:ext cx="11593156" cy="311846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1000"/>
              </a:lnSpc>
              <a:defRPr sz="11000" b="0" i="0">
                <a:solidFill>
                  <a:schemeClr val="bg1"/>
                </a:solidFill>
                <a:latin typeface="Delight Medium" pitchFamily="2" charset="77"/>
                <a:cs typeface="Delight Medium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D281A33B-1B20-5C81-E2D2-260E685F51E0}"/>
              </a:ext>
            </a:extLst>
          </p:cNvPr>
          <p:cNvSpPr txBox="1"/>
          <p:nvPr userDrawn="1"/>
        </p:nvSpPr>
        <p:spPr>
          <a:xfrm>
            <a:off x="744693" y="676911"/>
            <a:ext cx="1344295" cy="190437"/>
          </a:xfrm>
          <a:prstGeom prst="rect">
            <a:avLst/>
          </a:prstGeom>
        </p:spPr>
        <p:txBody>
          <a:bodyPr vert="horz" wrap="non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i="0" spc="13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ORIGIN</a:t>
            </a:r>
            <a:r>
              <a:rPr sz="1150" b="1" i="0" spc="35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 </a:t>
            </a:r>
            <a:r>
              <a:rPr sz="1150" b="1" i="0" spc="13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UTILIT</a:t>
            </a:r>
            <a:r>
              <a:rPr sz="1150" b="1" i="0" spc="-3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 </a:t>
            </a:r>
            <a:r>
              <a:rPr sz="1150" b="1" i="0" spc="-5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Y</a:t>
            </a:r>
            <a:endParaRPr sz="1150" b="1" i="0">
              <a:latin typeface="Delight Semi Bold" pitchFamily="2" charset="77"/>
              <a:cs typeface="Delight-SemiBold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581AB839-9041-55C6-23FC-846A3E706A5D}"/>
              </a:ext>
            </a:extLst>
          </p:cNvPr>
          <p:cNvSpPr/>
          <p:nvPr userDrawn="1"/>
        </p:nvSpPr>
        <p:spPr>
          <a:xfrm>
            <a:off x="18324083" y="669925"/>
            <a:ext cx="1057910" cy="488950"/>
          </a:xfrm>
          <a:custGeom>
            <a:avLst/>
            <a:gdLst/>
            <a:ahLst/>
            <a:cxnLst/>
            <a:rect l="l" t="t" r="r" b="b"/>
            <a:pathLst>
              <a:path w="1057909" h="488950">
                <a:moveTo>
                  <a:pt x="984075" y="396998"/>
                </a:moveTo>
                <a:lnTo>
                  <a:pt x="274456" y="396998"/>
                </a:lnTo>
                <a:lnTo>
                  <a:pt x="282011" y="397483"/>
                </a:lnTo>
                <a:lnTo>
                  <a:pt x="289417" y="399428"/>
                </a:lnTo>
                <a:lnTo>
                  <a:pt x="339308" y="416752"/>
                </a:lnTo>
                <a:lnTo>
                  <a:pt x="416480" y="440139"/>
                </a:lnTo>
                <a:lnTo>
                  <a:pt x="462744" y="452293"/>
                </a:lnTo>
                <a:lnTo>
                  <a:pt x="512767" y="463786"/>
                </a:lnTo>
                <a:lnTo>
                  <a:pt x="565526" y="473895"/>
                </a:lnTo>
                <a:lnTo>
                  <a:pt x="620002" y="481893"/>
                </a:lnTo>
                <a:lnTo>
                  <a:pt x="675173" y="487055"/>
                </a:lnTo>
                <a:lnTo>
                  <a:pt x="730019" y="488656"/>
                </a:lnTo>
                <a:lnTo>
                  <a:pt x="783518" y="485971"/>
                </a:lnTo>
                <a:lnTo>
                  <a:pt x="834651" y="478275"/>
                </a:lnTo>
                <a:lnTo>
                  <a:pt x="882395" y="464842"/>
                </a:lnTo>
                <a:lnTo>
                  <a:pt x="925731" y="444948"/>
                </a:lnTo>
                <a:lnTo>
                  <a:pt x="963637" y="417867"/>
                </a:lnTo>
                <a:lnTo>
                  <a:pt x="984075" y="396998"/>
                </a:lnTo>
                <a:close/>
              </a:path>
              <a:path w="1057909" h="488950">
                <a:moveTo>
                  <a:pt x="327476" y="0"/>
                </a:moveTo>
                <a:lnTo>
                  <a:pt x="273977" y="2684"/>
                </a:lnTo>
                <a:lnTo>
                  <a:pt x="222845" y="10380"/>
                </a:lnTo>
                <a:lnTo>
                  <a:pt x="175102" y="23813"/>
                </a:lnTo>
                <a:lnTo>
                  <a:pt x="131767" y="43707"/>
                </a:lnTo>
                <a:lnTo>
                  <a:pt x="93863" y="70789"/>
                </a:lnTo>
                <a:lnTo>
                  <a:pt x="51623" y="113915"/>
                </a:lnTo>
                <a:lnTo>
                  <a:pt x="22677" y="156023"/>
                </a:lnTo>
                <a:lnTo>
                  <a:pt x="5858" y="197339"/>
                </a:lnTo>
                <a:lnTo>
                  <a:pt x="0" y="238092"/>
                </a:lnTo>
                <a:lnTo>
                  <a:pt x="3935" y="278510"/>
                </a:lnTo>
                <a:lnTo>
                  <a:pt x="16498" y="318820"/>
                </a:lnTo>
                <a:lnTo>
                  <a:pt x="36521" y="359250"/>
                </a:lnTo>
                <a:lnTo>
                  <a:pt x="62838" y="400029"/>
                </a:lnTo>
                <a:lnTo>
                  <a:pt x="94282" y="441385"/>
                </a:lnTo>
                <a:lnTo>
                  <a:pt x="128614" y="456080"/>
                </a:lnTo>
                <a:lnTo>
                  <a:pt x="141306" y="452829"/>
                </a:lnTo>
                <a:lnTo>
                  <a:pt x="259690" y="400381"/>
                </a:lnTo>
                <a:lnTo>
                  <a:pt x="266949" y="397967"/>
                </a:lnTo>
                <a:lnTo>
                  <a:pt x="274456" y="396998"/>
                </a:lnTo>
                <a:lnTo>
                  <a:pt x="984075" y="396998"/>
                </a:lnTo>
                <a:lnTo>
                  <a:pt x="987902" y="393091"/>
                </a:lnTo>
                <a:lnTo>
                  <a:pt x="853329" y="393091"/>
                </a:lnTo>
                <a:lnTo>
                  <a:pt x="804263" y="389851"/>
                </a:lnTo>
                <a:lnTo>
                  <a:pt x="749241" y="381272"/>
                </a:lnTo>
                <a:lnTo>
                  <a:pt x="698489" y="370377"/>
                </a:lnTo>
                <a:lnTo>
                  <a:pt x="282074" y="370377"/>
                </a:lnTo>
                <a:lnTo>
                  <a:pt x="165975" y="266089"/>
                </a:lnTo>
                <a:lnTo>
                  <a:pt x="135315" y="228263"/>
                </a:lnTo>
                <a:lnTo>
                  <a:pt x="114544" y="194584"/>
                </a:lnTo>
                <a:lnTo>
                  <a:pt x="106070" y="164302"/>
                </a:lnTo>
                <a:lnTo>
                  <a:pt x="112303" y="136665"/>
                </a:lnTo>
                <a:lnTo>
                  <a:pt x="135652" y="110923"/>
                </a:lnTo>
                <a:lnTo>
                  <a:pt x="163993" y="99116"/>
                </a:lnTo>
                <a:lnTo>
                  <a:pt x="204165" y="95560"/>
                </a:lnTo>
                <a:lnTo>
                  <a:pt x="999134" y="95560"/>
                </a:lnTo>
                <a:lnTo>
                  <a:pt x="996615" y="91657"/>
                </a:lnTo>
                <a:lnTo>
                  <a:pt x="783036" y="91657"/>
                </a:lnTo>
                <a:lnTo>
                  <a:pt x="775479" y="91173"/>
                </a:lnTo>
                <a:lnTo>
                  <a:pt x="768073" y="89228"/>
                </a:lnTo>
                <a:lnTo>
                  <a:pt x="747050" y="81686"/>
                </a:lnTo>
                <a:lnTo>
                  <a:pt x="718185" y="71903"/>
                </a:lnTo>
                <a:lnTo>
                  <a:pt x="641015" y="48516"/>
                </a:lnTo>
                <a:lnTo>
                  <a:pt x="594750" y="36363"/>
                </a:lnTo>
                <a:lnTo>
                  <a:pt x="544728" y="24869"/>
                </a:lnTo>
                <a:lnTo>
                  <a:pt x="491969" y="14761"/>
                </a:lnTo>
                <a:lnTo>
                  <a:pt x="437493" y="6763"/>
                </a:lnTo>
                <a:lnTo>
                  <a:pt x="382322" y="1601"/>
                </a:lnTo>
                <a:lnTo>
                  <a:pt x="327476" y="0"/>
                </a:lnTo>
                <a:close/>
              </a:path>
              <a:path w="1057909" h="488950">
                <a:moveTo>
                  <a:pt x="1013794" y="118278"/>
                </a:moveTo>
                <a:lnTo>
                  <a:pt x="775415" y="118278"/>
                </a:lnTo>
                <a:lnTo>
                  <a:pt x="788148" y="118739"/>
                </a:lnTo>
                <a:lnTo>
                  <a:pt x="800076" y="123202"/>
                </a:lnTo>
                <a:lnTo>
                  <a:pt x="891522" y="222562"/>
                </a:lnTo>
                <a:lnTo>
                  <a:pt x="922183" y="260388"/>
                </a:lnTo>
                <a:lnTo>
                  <a:pt x="942954" y="294068"/>
                </a:lnTo>
                <a:lnTo>
                  <a:pt x="951426" y="324352"/>
                </a:lnTo>
                <a:lnTo>
                  <a:pt x="945190" y="351990"/>
                </a:lnTo>
                <a:lnTo>
                  <a:pt x="921838" y="377732"/>
                </a:lnTo>
                <a:lnTo>
                  <a:pt x="893500" y="389537"/>
                </a:lnTo>
                <a:lnTo>
                  <a:pt x="853329" y="393091"/>
                </a:lnTo>
                <a:lnTo>
                  <a:pt x="987902" y="393091"/>
                </a:lnTo>
                <a:lnTo>
                  <a:pt x="1005874" y="374740"/>
                </a:lnTo>
                <a:lnTo>
                  <a:pt x="1034818" y="332632"/>
                </a:lnTo>
                <a:lnTo>
                  <a:pt x="1051636" y="291316"/>
                </a:lnTo>
                <a:lnTo>
                  <a:pt x="1057493" y="250563"/>
                </a:lnTo>
                <a:lnTo>
                  <a:pt x="1053557" y="210146"/>
                </a:lnTo>
                <a:lnTo>
                  <a:pt x="1040996" y="169836"/>
                </a:lnTo>
                <a:lnTo>
                  <a:pt x="1020974" y="129405"/>
                </a:lnTo>
                <a:lnTo>
                  <a:pt x="1013794" y="118278"/>
                </a:lnTo>
                <a:close/>
              </a:path>
              <a:path w="1057909" h="488950">
                <a:moveTo>
                  <a:pt x="443085" y="297108"/>
                </a:moveTo>
                <a:lnTo>
                  <a:pt x="435384" y="298345"/>
                </a:lnTo>
                <a:lnTo>
                  <a:pt x="427989" y="301106"/>
                </a:lnTo>
                <a:lnTo>
                  <a:pt x="294579" y="366633"/>
                </a:lnTo>
                <a:lnTo>
                  <a:pt x="282074" y="370377"/>
                </a:lnTo>
                <a:lnTo>
                  <a:pt x="698489" y="370377"/>
                </a:lnTo>
                <a:lnTo>
                  <a:pt x="691199" y="368812"/>
                </a:lnTo>
                <a:lnTo>
                  <a:pt x="633077" y="353928"/>
                </a:lnTo>
                <a:lnTo>
                  <a:pt x="577813" y="338075"/>
                </a:lnTo>
                <a:lnTo>
                  <a:pt x="528343" y="322710"/>
                </a:lnTo>
                <a:lnTo>
                  <a:pt x="487607" y="309291"/>
                </a:lnTo>
                <a:lnTo>
                  <a:pt x="458543" y="299274"/>
                </a:lnTo>
                <a:lnTo>
                  <a:pt x="450877" y="297412"/>
                </a:lnTo>
                <a:lnTo>
                  <a:pt x="443085" y="297108"/>
                </a:lnTo>
                <a:close/>
              </a:path>
              <a:path w="1057909" h="488950">
                <a:moveTo>
                  <a:pt x="999134" y="95560"/>
                </a:moveTo>
                <a:lnTo>
                  <a:pt x="204165" y="95560"/>
                </a:lnTo>
                <a:lnTo>
                  <a:pt x="253231" y="98800"/>
                </a:lnTo>
                <a:lnTo>
                  <a:pt x="308254" y="107379"/>
                </a:lnTo>
                <a:lnTo>
                  <a:pt x="366294" y="119839"/>
                </a:lnTo>
                <a:lnTo>
                  <a:pt x="424415" y="134725"/>
                </a:lnTo>
                <a:lnTo>
                  <a:pt x="479679" y="150579"/>
                </a:lnTo>
                <a:lnTo>
                  <a:pt x="529147" y="165944"/>
                </a:lnTo>
                <a:lnTo>
                  <a:pt x="569883" y="179364"/>
                </a:lnTo>
                <a:lnTo>
                  <a:pt x="598947" y="189382"/>
                </a:lnTo>
                <a:lnTo>
                  <a:pt x="606619" y="191244"/>
                </a:lnTo>
                <a:lnTo>
                  <a:pt x="614412" y="191547"/>
                </a:lnTo>
                <a:lnTo>
                  <a:pt x="622112" y="190306"/>
                </a:lnTo>
                <a:lnTo>
                  <a:pt x="629501" y="187539"/>
                </a:lnTo>
                <a:lnTo>
                  <a:pt x="762911" y="122023"/>
                </a:lnTo>
                <a:lnTo>
                  <a:pt x="775415" y="118278"/>
                </a:lnTo>
                <a:lnTo>
                  <a:pt x="1013794" y="118278"/>
                </a:lnTo>
                <a:lnTo>
                  <a:pt x="999134" y="95560"/>
                </a:lnTo>
                <a:close/>
              </a:path>
              <a:path w="1057909" h="488950">
                <a:moveTo>
                  <a:pt x="928878" y="32576"/>
                </a:moveTo>
                <a:lnTo>
                  <a:pt x="916183" y="35826"/>
                </a:lnTo>
                <a:lnTo>
                  <a:pt x="797810" y="88275"/>
                </a:lnTo>
                <a:lnTo>
                  <a:pt x="790546" y="90688"/>
                </a:lnTo>
                <a:lnTo>
                  <a:pt x="783036" y="91657"/>
                </a:lnTo>
                <a:lnTo>
                  <a:pt x="996615" y="91657"/>
                </a:lnTo>
                <a:lnTo>
                  <a:pt x="994659" y="88626"/>
                </a:lnTo>
                <a:lnTo>
                  <a:pt x="963219" y="47271"/>
                </a:lnTo>
                <a:lnTo>
                  <a:pt x="953422" y="38553"/>
                </a:lnTo>
                <a:lnTo>
                  <a:pt x="941633" y="33570"/>
                </a:lnTo>
                <a:lnTo>
                  <a:pt x="928878" y="32576"/>
                </a:lnTo>
                <a:close/>
              </a:path>
            </a:pathLst>
          </a:custGeom>
          <a:solidFill>
            <a:srgbClr val="F5EFE8"/>
          </a:solidFill>
        </p:spPr>
        <p:txBody>
          <a:bodyPr wrap="square" lIns="0" tIns="0" rIns="0" bIns="0" rtlCol="0"/>
          <a:lstStyle/>
          <a:p>
            <a:endParaRPr b="1" i="0">
              <a:latin typeface="Delight Semi Bold" pitchFamily="2" charset="7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1789" y="1291981"/>
            <a:ext cx="11593156" cy="150519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1000"/>
              </a:lnSpc>
              <a:defRPr sz="8000" b="0" i="0">
                <a:solidFill>
                  <a:schemeClr val="bg1"/>
                </a:solidFill>
                <a:latin typeface="Delight Medium" pitchFamily="2" charset="77"/>
                <a:cs typeface="Delight Medium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8D0D04F6-CE8F-4B3D-254C-16C3EA7CEFE5}"/>
              </a:ext>
            </a:extLst>
          </p:cNvPr>
          <p:cNvSpPr txBox="1"/>
          <p:nvPr userDrawn="1"/>
        </p:nvSpPr>
        <p:spPr>
          <a:xfrm>
            <a:off x="709791" y="10379138"/>
            <a:ext cx="823594" cy="1904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150" b="1" i="0" spc="105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AGENDA</a:t>
            </a:r>
            <a:endParaRPr sz="1150" b="1" i="0">
              <a:latin typeface="Delight Semi Bold" pitchFamily="2" charset="77"/>
              <a:cs typeface="Delight-SemiBold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D281A33B-1B20-5C81-E2D2-260E685F51E0}"/>
              </a:ext>
            </a:extLst>
          </p:cNvPr>
          <p:cNvSpPr txBox="1"/>
          <p:nvPr userDrawn="1"/>
        </p:nvSpPr>
        <p:spPr>
          <a:xfrm>
            <a:off x="744693" y="676911"/>
            <a:ext cx="1344295" cy="190437"/>
          </a:xfrm>
          <a:prstGeom prst="rect">
            <a:avLst/>
          </a:prstGeom>
        </p:spPr>
        <p:txBody>
          <a:bodyPr vert="horz" wrap="non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i="0" spc="13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ORIGIN</a:t>
            </a:r>
            <a:r>
              <a:rPr sz="1150" b="1" i="0" spc="35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 </a:t>
            </a:r>
            <a:r>
              <a:rPr sz="1150" b="1" i="0" spc="13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UTILIT</a:t>
            </a:r>
            <a:r>
              <a:rPr sz="1150" b="1" i="0" spc="-3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 </a:t>
            </a:r>
            <a:r>
              <a:rPr sz="1150" b="1" i="0" spc="-5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Y</a:t>
            </a:r>
            <a:endParaRPr sz="1150" b="1" i="0">
              <a:latin typeface="Delight Semi Bold" pitchFamily="2" charset="77"/>
              <a:cs typeface="Delight-SemiBold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83AC1B9-1309-ED25-3E3B-C1B0AAD47B71}"/>
              </a:ext>
            </a:extLst>
          </p:cNvPr>
          <p:cNvSpPr txBox="1"/>
          <p:nvPr userDrawn="1"/>
        </p:nvSpPr>
        <p:spPr>
          <a:xfrm>
            <a:off x="3945294" y="676911"/>
            <a:ext cx="366395" cy="1904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i="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P</a:t>
            </a:r>
            <a:r>
              <a:rPr sz="1150" b="1" i="0" spc="-55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 </a:t>
            </a:r>
            <a:r>
              <a:rPr sz="1150" b="1" i="0" spc="5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PT </a:t>
            </a:r>
            <a:endParaRPr sz="1150" b="1" i="0">
              <a:latin typeface="Delight Semi Bold" pitchFamily="2" charset="77"/>
              <a:cs typeface="Delight-SemiBold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CDC16121-AF0E-C344-65B6-08416D0DF56E}"/>
              </a:ext>
            </a:extLst>
          </p:cNvPr>
          <p:cNvSpPr txBox="1"/>
          <p:nvPr userDrawn="1"/>
        </p:nvSpPr>
        <p:spPr>
          <a:xfrm>
            <a:off x="17337453" y="10379138"/>
            <a:ext cx="2077720" cy="1904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5"/>
              </a:spcBef>
            </a:pPr>
            <a:r>
              <a:rPr sz="1150" b="1" i="0" spc="135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DEVELOPED</a:t>
            </a:r>
            <a:r>
              <a:rPr sz="1150" b="1" i="0" spc="315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 </a:t>
            </a:r>
            <a:r>
              <a:rPr sz="1150" b="1" i="0" spc="5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BY</a:t>
            </a:r>
            <a:r>
              <a:rPr sz="1150" b="1" i="0" spc="33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 </a:t>
            </a:r>
            <a:r>
              <a:rPr sz="1150" b="1" i="0" spc="105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END</a:t>
            </a:r>
            <a:r>
              <a:rPr sz="1150" b="1" i="0" spc="8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URE </a:t>
            </a:r>
            <a:endParaRPr sz="1150" b="1" i="0">
              <a:latin typeface="Delight Semi Bold" pitchFamily="2" charset="77"/>
              <a:cs typeface="Delight-SemiBold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581AB839-9041-55C6-23FC-846A3E706A5D}"/>
              </a:ext>
            </a:extLst>
          </p:cNvPr>
          <p:cNvSpPr/>
          <p:nvPr userDrawn="1"/>
        </p:nvSpPr>
        <p:spPr>
          <a:xfrm>
            <a:off x="18324083" y="669925"/>
            <a:ext cx="1057910" cy="488950"/>
          </a:xfrm>
          <a:custGeom>
            <a:avLst/>
            <a:gdLst/>
            <a:ahLst/>
            <a:cxnLst/>
            <a:rect l="l" t="t" r="r" b="b"/>
            <a:pathLst>
              <a:path w="1057909" h="488950">
                <a:moveTo>
                  <a:pt x="984075" y="396998"/>
                </a:moveTo>
                <a:lnTo>
                  <a:pt x="274456" y="396998"/>
                </a:lnTo>
                <a:lnTo>
                  <a:pt x="282011" y="397483"/>
                </a:lnTo>
                <a:lnTo>
                  <a:pt x="289417" y="399428"/>
                </a:lnTo>
                <a:lnTo>
                  <a:pt x="339308" y="416752"/>
                </a:lnTo>
                <a:lnTo>
                  <a:pt x="416480" y="440139"/>
                </a:lnTo>
                <a:lnTo>
                  <a:pt x="462744" y="452293"/>
                </a:lnTo>
                <a:lnTo>
                  <a:pt x="512767" y="463786"/>
                </a:lnTo>
                <a:lnTo>
                  <a:pt x="565526" y="473895"/>
                </a:lnTo>
                <a:lnTo>
                  <a:pt x="620002" y="481893"/>
                </a:lnTo>
                <a:lnTo>
                  <a:pt x="675173" y="487055"/>
                </a:lnTo>
                <a:lnTo>
                  <a:pt x="730019" y="488656"/>
                </a:lnTo>
                <a:lnTo>
                  <a:pt x="783518" y="485971"/>
                </a:lnTo>
                <a:lnTo>
                  <a:pt x="834651" y="478275"/>
                </a:lnTo>
                <a:lnTo>
                  <a:pt x="882395" y="464842"/>
                </a:lnTo>
                <a:lnTo>
                  <a:pt x="925731" y="444948"/>
                </a:lnTo>
                <a:lnTo>
                  <a:pt x="963637" y="417867"/>
                </a:lnTo>
                <a:lnTo>
                  <a:pt x="984075" y="396998"/>
                </a:lnTo>
                <a:close/>
              </a:path>
              <a:path w="1057909" h="488950">
                <a:moveTo>
                  <a:pt x="327476" y="0"/>
                </a:moveTo>
                <a:lnTo>
                  <a:pt x="273977" y="2684"/>
                </a:lnTo>
                <a:lnTo>
                  <a:pt x="222845" y="10380"/>
                </a:lnTo>
                <a:lnTo>
                  <a:pt x="175102" y="23813"/>
                </a:lnTo>
                <a:lnTo>
                  <a:pt x="131767" y="43707"/>
                </a:lnTo>
                <a:lnTo>
                  <a:pt x="93863" y="70789"/>
                </a:lnTo>
                <a:lnTo>
                  <a:pt x="51623" y="113915"/>
                </a:lnTo>
                <a:lnTo>
                  <a:pt x="22677" y="156023"/>
                </a:lnTo>
                <a:lnTo>
                  <a:pt x="5858" y="197339"/>
                </a:lnTo>
                <a:lnTo>
                  <a:pt x="0" y="238092"/>
                </a:lnTo>
                <a:lnTo>
                  <a:pt x="3935" y="278510"/>
                </a:lnTo>
                <a:lnTo>
                  <a:pt x="16498" y="318820"/>
                </a:lnTo>
                <a:lnTo>
                  <a:pt x="36521" y="359250"/>
                </a:lnTo>
                <a:lnTo>
                  <a:pt x="62838" y="400029"/>
                </a:lnTo>
                <a:lnTo>
                  <a:pt x="94282" y="441385"/>
                </a:lnTo>
                <a:lnTo>
                  <a:pt x="128614" y="456080"/>
                </a:lnTo>
                <a:lnTo>
                  <a:pt x="141306" y="452829"/>
                </a:lnTo>
                <a:lnTo>
                  <a:pt x="259690" y="400381"/>
                </a:lnTo>
                <a:lnTo>
                  <a:pt x="266949" y="397967"/>
                </a:lnTo>
                <a:lnTo>
                  <a:pt x="274456" y="396998"/>
                </a:lnTo>
                <a:lnTo>
                  <a:pt x="984075" y="396998"/>
                </a:lnTo>
                <a:lnTo>
                  <a:pt x="987902" y="393091"/>
                </a:lnTo>
                <a:lnTo>
                  <a:pt x="853329" y="393091"/>
                </a:lnTo>
                <a:lnTo>
                  <a:pt x="804263" y="389851"/>
                </a:lnTo>
                <a:lnTo>
                  <a:pt x="749241" y="381272"/>
                </a:lnTo>
                <a:lnTo>
                  <a:pt x="698489" y="370377"/>
                </a:lnTo>
                <a:lnTo>
                  <a:pt x="282074" y="370377"/>
                </a:lnTo>
                <a:lnTo>
                  <a:pt x="165975" y="266089"/>
                </a:lnTo>
                <a:lnTo>
                  <a:pt x="135315" y="228263"/>
                </a:lnTo>
                <a:lnTo>
                  <a:pt x="114544" y="194584"/>
                </a:lnTo>
                <a:lnTo>
                  <a:pt x="106070" y="164302"/>
                </a:lnTo>
                <a:lnTo>
                  <a:pt x="112303" y="136665"/>
                </a:lnTo>
                <a:lnTo>
                  <a:pt x="135652" y="110923"/>
                </a:lnTo>
                <a:lnTo>
                  <a:pt x="163993" y="99116"/>
                </a:lnTo>
                <a:lnTo>
                  <a:pt x="204165" y="95560"/>
                </a:lnTo>
                <a:lnTo>
                  <a:pt x="999134" y="95560"/>
                </a:lnTo>
                <a:lnTo>
                  <a:pt x="996615" y="91657"/>
                </a:lnTo>
                <a:lnTo>
                  <a:pt x="783036" y="91657"/>
                </a:lnTo>
                <a:lnTo>
                  <a:pt x="775479" y="91173"/>
                </a:lnTo>
                <a:lnTo>
                  <a:pt x="768073" y="89228"/>
                </a:lnTo>
                <a:lnTo>
                  <a:pt x="747050" y="81686"/>
                </a:lnTo>
                <a:lnTo>
                  <a:pt x="718185" y="71903"/>
                </a:lnTo>
                <a:lnTo>
                  <a:pt x="641015" y="48516"/>
                </a:lnTo>
                <a:lnTo>
                  <a:pt x="594750" y="36363"/>
                </a:lnTo>
                <a:lnTo>
                  <a:pt x="544728" y="24869"/>
                </a:lnTo>
                <a:lnTo>
                  <a:pt x="491969" y="14761"/>
                </a:lnTo>
                <a:lnTo>
                  <a:pt x="437493" y="6763"/>
                </a:lnTo>
                <a:lnTo>
                  <a:pt x="382322" y="1601"/>
                </a:lnTo>
                <a:lnTo>
                  <a:pt x="327476" y="0"/>
                </a:lnTo>
                <a:close/>
              </a:path>
              <a:path w="1057909" h="488950">
                <a:moveTo>
                  <a:pt x="1013794" y="118278"/>
                </a:moveTo>
                <a:lnTo>
                  <a:pt x="775415" y="118278"/>
                </a:lnTo>
                <a:lnTo>
                  <a:pt x="788148" y="118739"/>
                </a:lnTo>
                <a:lnTo>
                  <a:pt x="800076" y="123202"/>
                </a:lnTo>
                <a:lnTo>
                  <a:pt x="891522" y="222562"/>
                </a:lnTo>
                <a:lnTo>
                  <a:pt x="922183" y="260388"/>
                </a:lnTo>
                <a:lnTo>
                  <a:pt x="942954" y="294068"/>
                </a:lnTo>
                <a:lnTo>
                  <a:pt x="951426" y="324352"/>
                </a:lnTo>
                <a:lnTo>
                  <a:pt x="945190" y="351990"/>
                </a:lnTo>
                <a:lnTo>
                  <a:pt x="921838" y="377732"/>
                </a:lnTo>
                <a:lnTo>
                  <a:pt x="893500" y="389537"/>
                </a:lnTo>
                <a:lnTo>
                  <a:pt x="853329" y="393091"/>
                </a:lnTo>
                <a:lnTo>
                  <a:pt x="987902" y="393091"/>
                </a:lnTo>
                <a:lnTo>
                  <a:pt x="1005874" y="374740"/>
                </a:lnTo>
                <a:lnTo>
                  <a:pt x="1034818" y="332632"/>
                </a:lnTo>
                <a:lnTo>
                  <a:pt x="1051636" y="291316"/>
                </a:lnTo>
                <a:lnTo>
                  <a:pt x="1057493" y="250563"/>
                </a:lnTo>
                <a:lnTo>
                  <a:pt x="1053557" y="210146"/>
                </a:lnTo>
                <a:lnTo>
                  <a:pt x="1040996" y="169836"/>
                </a:lnTo>
                <a:lnTo>
                  <a:pt x="1020974" y="129405"/>
                </a:lnTo>
                <a:lnTo>
                  <a:pt x="1013794" y="118278"/>
                </a:lnTo>
                <a:close/>
              </a:path>
              <a:path w="1057909" h="488950">
                <a:moveTo>
                  <a:pt x="443085" y="297108"/>
                </a:moveTo>
                <a:lnTo>
                  <a:pt x="435384" y="298345"/>
                </a:lnTo>
                <a:lnTo>
                  <a:pt x="427989" y="301106"/>
                </a:lnTo>
                <a:lnTo>
                  <a:pt x="294579" y="366633"/>
                </a:lnTo>
                <a:lnTo>
                  <a:pt x="282074" y="370377"/>
                </a:lnTo>
                <a:lnTo>
                  <a:pt x="698489" y="370377"/>
                </a:lnTo>
                <a:lnTo>
                  <a:pt x="691199" y="368812"/>
                </a:lnTo>
                <a:lnTo>
                  <a:pt x="633077" y="353928"/>
                </a:lnTo>
                <a:lnTo>
                  <a:pt x="577813" y="338075"/>
                </a:lnTo>
                <a:lnTo>
                  <a:pt x="528343" y="322710"/>
                </a:lnTo>
                <a:lnTo>
                  <a:pt x="487607" y="309291"/>
                </a:lnTo>
                <a:lnTo>
                  <a:pt x="458543" y="299274"/>
                </a:lnTo>
                <a:lnTo>
                  <a:pt x="450877" y="297412"/>
                </a:lnTo>
                <a:lnTo>
                  <a:pt x="443085" y="297108"/>
                </a:lnTo>
                <a:close/>
              </a:path>
              <a:path w="1057909" h="488950">
                <a:moveTo>
                  <a:pt x="999134" y="95560"/>
                </a:moveTo>
                <a:lnTo>
                  <a:pt x="204165" y="95560"/>
                </a:lnTo>
                <a:lnTo>
                  <a:pt x="253231" y="98800"/>
                </a:lnTo>
                <a:lnTo>
                  <a:pt x="308254" y="107379"/>
                </a:lnTo>
                <a:lnTo>
                  <a:pt x="366294" y="119839"/>
                </a:lnTo>
                <a:lnTo>
                  <a:pt x="424415" y="134725"/>
                </a:lnTo>
                <a:lnTo>
                  <a:pt x="479679" y="150579"/>
                </a:lnTo>
                <a:lnTo>
                  <a:pt x="529147" y="165944"/>
                </a:lnTo>
                <a:lnTo>
                  <a:pt x="569883" y="179364"/>
                </a:lnTo>
                <a:lnTo>
                  <a:pt x="598947" y="189382"/>
                </a:lnTo>
                <a:lnTo>
                  <a:pt x="606619" y="191244"/>
                </a:lnTo>
                <a:lnTo>
                  <a:pt x="614412" y="191547"/>
                </a:lnTo>
                <a:lnTo>
                  <a:pt x="622112" y="190306"/>
                </a:lnTo>
                <a:lnTo>
                  <a:pt x="629501" y="187539"/>
                </a:lnTo>
                <a:lnTo>
                  <a:pt x="762911" y="122023"/>
                </a:lnTo>
                <a:lnTo>
                  <a:pt x="775415" y="118278"/>
                </a:lnTo>
                <a:lnTo>
                  <a:pt x="1013794" y="118278"/>
                </a:lnTo>
                <a:lnTo>
                  <a:pt x="999134" y="95560"/>
                </a:lnTo>
                <a:close/>
              </a:path>
              <a:path w="1057909" h="488950">
                <a:moveTo>
                  <a:pt x="928878" y="32576"/>
                </a:moveTo>
                <a:lnTo>
                  <a:pt x="916183" y="35826"/>
                </a:lnTo>
                <a:lnTo>
                  <a:pt x="797810" y="88275"/>
                </a:lnTo>
                <a:lnTo>
                  <a:pt x="790546" y="90688"/>
                </a:lnTo>
                <a:lnTo>
                  <a:pt x="783036" y="91657"/>
                </a:lnTo>
                <a:lnTo>
                  <a:pt x="996615" y="91657"/>
                </a:lnTo>
                <a:lnTo>
                  <a:pt x="994659" y="88626"/>
                </a:lnTo>
                <a:lnTo>
                  <a:pt x="963219" y="47271"/>
                </a:lnTo>
                <a:lnTo>
                  <a:pt x="953422" y="38553"/>
                </a:lnTo>
                <a:lnTo>
                  <a:pt x="941633" y="33570"/>
                </a:lnTo>
                <a:lnTo>
                  <a:pt x="928878" y="32576"/>
                </a:lnTo>
                <a:close/>
              </a:path>
            </a:pathLst>
          </a:custGeom>
          <a:solidFill>
            <a:srgbClr val="F5EFE8"/>
          </a:solidFill>
        </p:spPr>
        <p:txBody>
          <a:bodyPr wrap="square" lIns="0" tIns="0" rIns="0" bIns="0" rtlCol="0"/>
          <a:lstStyle/>
          <a:p>
            <a:endParaRPr b="1" i="0">
              <a:latin typeface="Delight Semi Bol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B89F71E-AD1B-9C7E-5F24-DFE3AA2CCC0E}"/>
              </a:ext>
            </a:extLst>
          </p:cNvPr>
          <p:cNvSpPr/>
          <p:nvPr userDrawn="1"/>
        </p:nvSpPr>
        <p:spPr>
          <a:xfrm>
            <a:off x="744693" y="3592666"/>
            <a:ext cx="1790700" cy="1790700"/>
          </a:xfrm>
          <a:prstGeom prst="roundRect">
            <a:avLst>
              <a:gd name="adj" fmla="val 488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2"/>
                </a:solidFill>
              </a:rPr>
              <a:t>#</a:t>
            </a:r>
          </a:p>
        </p:txBody>
      </p:sp>
      <p:sp>
        <p:nvSpPr>
          <p:cNvPr id="5" name="Holder 3">
            <a:extLst>
              <a:ext uri="{FF2B5EF4-FFF2-40B4-BE49-F238E27FC236}">
                <a16:creationId xmlns:a16="http://schemas.microsoft.com/office/drawing/2014/main" id="{22CC6CA9-7B09-4B71-5C99-F1322A3F34FC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3003550" y="4297008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800"/>
              </a:lnSpc>
              <a:defRPr sz="2800" b="0" i="0">
                <a:solidFill>
                  <a:schemeClr val="bg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Item</a:t>
            </a: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5B41249-52B9-058C-A2D2-AEFA307C6ECB}"/>
              </a:ext>
            </a:extLst>
          </p:cNvPr>
          <p:cNvSpPr/>
          <p:nvPr userDrawn="1"/>
        </p:nvSpPr>
        <p:spPr>
          <a:xfrm>
            <a:off x="744693" y="5692775"/>
            <a:ext cx="1790700" cy="1790700"/>
          </a:xfrm>
          <a:prstGeom prst="roundRect">
            <a:avLst>
              <a:gd name="adj" fmla="val 488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2"/>
                </a:solidFill>
              </a:rPr>
              <a:t>#</a:t>
            </a:r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229941AD-2968-47FA-B8A4-CF2ACDB0D8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3003550" y="6397117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800"/>
              </a:lnSpc>
              <a:defRPr sz="2800" b="0" i="0">
                <a:solidFill>
                  <a:schemeClr val="bg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Item</a:t>
            </a:r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6ADB498-948E-374B-63FC-885671A1FFD9}"/>
              </a:ext>
            </a:extLst>
          </p:cNvPr>
          <p:cNvSpPr/>
          <p:nvPr userDrawn="1"/>
        </p:nvSpPr>
        <p:spPr>
          <a:xfrm>
            <a:off x="744693" y="7799572"/>
            <a:ext cx="1790700" cy="1790700"/>
          </a:xfrm>
          <a:prstGeom prst="roundRect">
            <a:avLst>
              <a:gd name="adj" fmla="val 488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2"/>
                </a:solidFill>
              </a:rPr>
              <a:t>#</a:t>
            </a:r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15AE6D7C-A5A6-259A-EFEA-23C86FF2135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003550" y="8503914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800"/>
              </a:lnSpc>
              <a:defRPr sz="2800" b="0" i="0">
                <a:solidFill>
                  <a:schemeClr val="bg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Item</a:t>
            </a:r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F5E01BF-5917-E579-7B1E-8DAB57D96E96}"/>
              </a:ext>
            </a:extLst>
          </p:cNvPr>
          <p:cNvSpPr/>
          <p:nvPr userDrawn="1"/>
        </p:nvSpPr>
        <p:spPr>
          <a:xfrm>
            <a:off x="7602538" y="3592666"/>
            <a:ext cx="1790700" cy="1790700"/>
          </a:xfrm>
          <a:prstGeom prst="roundRect">
            <a:avLst>
              <a:gd name="adj" fmla="val 488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2"/>
                </a:solidFill>
              </a:rPr>
              <a:t>#</a:t>
            </a:r>
          </a:p>
        </p:txBody>
      </p:sp>
      <p:sp>
        <p:nvSpPr>
          <p:cNvPr id="16" name="Holder 3">
            <a:extLst>
              <a:ext uri="{FF2B5EF4-FFF2-40B4-BE49-F238E27FC236}">
                <a16:creationId xmlns:a16="http://schemas.microsoft.com/office/drawing/2014/main" id="{C5E9CA3F-F89A-9C4C-9663-A0DE4E38420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861395" y="4297008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800"/>
              </a:lnSpc>
              <a:defRPr sz="2800" b="0" i="0">
                <a:solidFill>
                  <a:schemeClr val="bg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Item</a:t>
            </a:r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9721468-036B-85EC-F925-B83D2B669D62}"/>
              </a:ext>
            </a:extLst>
          </p:cNvPr>
          <p:cNvSpPr/>
          <p:nvPr userDrawn="1"/>
        </p:nvSpPr>
        <p:spPr>
          <a:xfrm>
            <a:off x="7602538" y="5692775"/>
            <a:ext cx="1790700" cy="1790700"/>
          </a:xfrm>
          <a:prstGeom prst="roundRect">
            <a:avLst>
              <a:gd name="adj" fmla="val 488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2"/>
                </a:solidFill>
              </a:rPr>
              <a:t>#</a:t>
            </a:r>
          </a:p>
        </p:txBody>
      </p:sp>
      <p:sp>
        <p:nvSpPr>
          <p:cNvPr id="18" name="Holder 3">
            <a:extLst>
              <a:ext uri="{FF2B5EF4-FFF2-40B4-BE49-F238E27FC236}">
                <a16:creationId xmlns:a16="http://schemas.microsoft.com/office/drawing/2014/main" id="{BE575A3A-82D0-F43B-DB49-F447FB4E0D9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861395" y="6397117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800"/>
              </a:lnSpc>
              <a:defRPr sz="2800" b="0" i="0">
                <a:solidFill>
                  <a:schemeClr val="bg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Item</a:t>
            </a:r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D7883A9-0CD2-7CA9-7F76-79FDE3EBC7A0}"/>
              </a:ext>
            </a:extLst>
          </p:cNvPr>
          <p:cNvSpPr/>
          <p:nvPr userDrawn="1"/>
        </p:nvSpPr>
        <p:spPr>
          <a:xfrm>
            <a:off x="7575550" y="7826375"/>
            <a:ext cx="1790700" cy="1790700"/>
          </a:xfrm>
          <a:prstGeom prst="roundRect">
            <a:avLst>
              <a:gd name="adj" fmla="val 488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2"/>
                </a:solidFill>
              </a:rPr>
              <a:t>#</a:t>
            </a:r>
          </a:p>
        </p:txBody>
      </p:sp>
      <p:sp>
        <p:nvSpPr>
          <p:cNvPr id="20" name="Holder 3">
            <a:extLst>
              <a:ext uri="{FF2B5EF4-FFF2-40B4-BE49-F238E27FC236}">
                <a16:creationId xmlns:a16="http://schemas.microsoft.com/office/drawing/2014/main" id="{6CB859BD-8FE4-FA28-DFA1-58B21F48AA10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9861395" y="8530717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800"/>
              </a:lnSpc>
              <a:defRPr sz="2800" b="0" i="0">
                <a:solidFill>
                  <a:schemeClr val="bg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Item</a:t>
            </a:r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262CAD7-8638-E927-F611-CF9EA4BFF046}"/>
              </a:ext>
            </a:extLst>
          </p:cNvPr>
          <p:cNvSpPr/>
          <p:nvPr userDrawn="1"/>
        </p:nvSpPr>
        <p:spPr>
          <a:xfrm>
            <a:off x="14179339" y="3592666"/>
            <a:ext cx="1790700" cy="1790700"/>
          </a:xfrm>
          <a:prstGeom prst="roundRect">
            <a:avLst>
              <a:gd name="adj" fmla="val 488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2"/>
                </a:solidFill>
              </a:rPr>
              <a:t>#</a:t>
            </a:r>
          </a:p>
        </p:txBody>
      </p:sp>
      <p:sp>
        <p:nvSpPr>
          <p:cNvPr id="22" name="Holder 3">
            <a:extLst>
              <a:ext uri="{FF2B5EF4-FFF2-40B4-BE49-F238E27FC236}">
                <a16:creationId xmlns:a16="http://schemas.microsoft.com/office/drawing/2014/main" id="{7D201DB3-6A91-4680-EFC7-A03DBD654C9A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6438196" y="4297008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800"/>
              </a:lnSpc>
              <a:defRPr sz="2800" b="0" i="0">
                <a:solidFill>
                  <a:schemeClr val="bg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Item</a:t>
            </a:r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4768C2C-9089-2398-6178-9746C1C79C8A}"/>
              </a:ext>
            </a:extLst>
          </p:cNvPr>
          <p:cNvSpPr/>
          <p:nvPr userDrawn="1"/>
        </p:nvSpPr>
        <p:spPr>
          <a:xfrm>
            <a:off x="14179339" y="5692775"/>
            <a:ext cx="1790700" cy="1790700"/>
          </a:xfrm>
          <a:prstGeom prst="roundRect">
            <a:avLst>
              <a:gd name="adj" fmla="val 488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2"/>
                </a:solidFill>
              </a:rPr>
              <a:t>#</a:t>
            </a:r>
          </a:p>
        </p:txBody>
      </p:sp>
      <p:sp>
        <p:nvSpPr>
          <p:cNvPr id="24" name="Holder 3">
            <a:extLst>
              <a:ext uri="{FF2B5EF4-FFF2-40B4-BE49-F238E27FC236}">
                <a16:creationId xmlns:a16="http://schemas.microsoft.com/office/drawing/2014/main" id="{B37A72DE-1C60-CB94-EA8C-A15D50FF7574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16438196" y="6397117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800"/>
              </a:lnSpc>
              <a:defRPr sz="2800" b="0" i="0">
                <a:solidFill>
                  <a:schemeClr val="bg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Item</a:t>
            </a:r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868D2E0-2E25-5BAA-A59F-3B032EEF30AD}"/>
              </a:ext>
            </a:extLst>
          </p:cNvPr>
          <p:cNvSpPr/>
          <p:nvPr userDrawn="1"/>
        </p:nvSpPr>
        <p:spPr>
          <a:xfrm>
            <a:off x="14179339" y="7799572"/>
            <a:ext cx="1790700" cy="1790700"/>
          </a:xfrm>
          <a:prstGeom prst="roundRect">
            <a:avLst>
              <a:gd name="adj" fmla="val 488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2"/>
                </a:solidFill>
              </a:rPr>
              <a:t>#</a:t>
            </a:r>
          </a:p>
        </p:txBody>
      </p:sp>
      <p:sp>
        <p:nvSpPr>
          <p:cNvPr id="26" name="Holder 3">
            <a:extLst>
              <a:ext uri="{FF2B5EF4-FFF2-40B4-BE49-F238E27FC236}">
                <a16:creationId xmlns:a16="http://schemas.microsoft.com/office/drawing/2014/main" id="{9C005CB6-4F18-D26E-F95F-E84676E93107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6438196" y="8503914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800"/>
              </a:lnSpc>
              <a:defRPr sz="2800" b="0" i="0">
                <a:solidFill>
                  <a:schemeClr val="bg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Item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66217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-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g object 17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1265"/>
            <a:ext cx="20104099" cy="112980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5974E6-2DAC-AE5E-212D-D23385994A8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8874" y="255592"/>
            <a:ext cx="19486349" cy="1079816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5470" y="5186510"/>
            <a:ext cx="11593156" cy="1701004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11000"/>
              </a:lnSpc>
              <a:defRPr sz="11000" b="0" i="0">
                <a:solidFill>
                  <a:schemeClr val="tx1"/>
                </a:solidFill>
                <a:latin typeface="Delight Medium" pitchFamily="2" charset="77"/>
                <a:cs typeface="Delight Medium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Holder 3">
            <a:extLst>
              <a:ext uri="{FF2B5EF4-FFF2-40B4-BE49-F238E27FC236}">
                <a16:creationId xmlns:a16="http://schemas.microsoft.com/office/drawing/2014/main" id="{05B7FC25-FD76-8528-9670-3C67F94EBFD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053726" y="4304730"/>
            <a:ext cx="1996643" cy="576258"/>
          </a:xfrm>
          <a:prstGeom prst="roundRect">
            <a:avLst/>
          </a:prstGeom>
          <a:solidFill>
            <a:schemeClr val="accent2"/>
          </a:solidFill>
          <a:ln w="31750">
            <a:solidFill>
              <a:schemeClr val="accent2"/>
            </a:solidFill>
          </a:ln>
          <a:effectLst>
            <a:softEdge rad="0"/>
          </a:effectLst>
        </p:spPr>
        <p:txBody>
          <a:bodyPr wrap="none" lIns="45720" tIns="91440" rIns="45720" bIns="91440" anchor="ctr" anchorCtr="1">
            <a:noAutofit/>
          </a:bodyPr>
          <a:lstStyle>
            <a:lvl1pPr algn="ctr">
              <a:lnSpc>
                <a:spcPts val="2800"/>
              </a:lnSpc>
              <a:defRPr sz="2000" b="0" i="0" kern="0" cap="all" spc="300" baseline="0">
                <a:solidFill>
                  <a:schemeClr val="bg1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Section #</a:t>
            </a:r>
          </a:p>
        </p:txBody>
      </p:sp>
    </p:spTree>
    <p:extLst>
      <p:ext uri="{BB962C8B-B14F-4D97-AF65-F5344CB8AC3E}">
        <p14:creationId xmlns:p14="http://schemas.microsoft.com/office/powerpoint/2010/main" val="2561555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4693" y="1750789"/>
            <a:ext cx="16317757" cy="2760886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ts val="11200"/>
              </a:lnSpc>
              <a:defRPr sz="12000" b="0" i="0">
                <a:solidFill>
                  <a:schemeClr val="tx1"/>
                </a:solidFill>
                <a:latin typeface="Delight Medium"/>
                <a:cs typeface="Delight Medium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Holder 3">
            <a:extLst>
              <a:ext uri="{FF2B5EF4-FFF2-40B4-BE49-F238E27FC236}">
                <a16:creationId xmlns:a16="http://schemas.microsoft.com/office/drawing/2014/main" id="{609FD37F-1F9A-0B13-CC57-F3A7F010E80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4693" y="722784"/>
            <a:ext cx="544357" cy="512291"/>
          </a:xfrm>
          <a:prstGeom prst="roundRect">
            <a:avLst/>
          </a:prstGeom>
          <a:solidFill>
            <a:schemeClr val="accent2"/>
          </a:solidFill>
          <a:ln w="31750">
            <a:solidFill>
              <a:schemeClr val="accent2"/>
            </a:solidFill>
          </a:ln>
          <a:effectLst>
            <a:softEdge rad="0"/>
          </a:effectLst>
        </p:spPr>
        <p:txBody>
          <a:bodyPr wrap="none" lIns="45720" tIns="91440" rIns="45720" bIns="91440" anchor="ctr" anchorCtr="1">
            <a:noAutofit/>
          </a:bodyPr>
          <a:lstStyle>
            <a:lvl1pPr algn="ctr">
              <a:lnSpc>
                <a:spcPts val="2800"/>
              </a:lnSpc>
              <a:defRPr sz="2000" b="0" i="0" kern="0" cap="all" spc="300" baseline="0">
                <a:solidFill>
                  <a:schemeClr val="bg1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S#</a:t>
            </a:r>
          </a:p>
        </p:txBody>
      </p:sp>
      <p:sp>
        <p:nvSpPr>
          <p:cNvPr id="5" name="Holder 3">
            <a:extLst>
              <a:ext uri="{FF2B5EF4-FFF2-40B4-BE49-F238E27FC236}">
                <a16:creationId xmlns:a16="http://schemas.microsoft.com/office/drawing/2014/main" id="{6255E875-0480-5E3D-5165-DE8266E4BCD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403350" y="701676"/>
            <a:ext cx="2743199" cy="533400"/>
          </a:xfrm>
          <a:prstGeom prst="roundRect">
            <a:avLst/>
          </a:prstGeom>
          <a:noFill/>
          <a:ln w="31750">
            <a:solidFill>
              <a:schemeClr val="accent5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2000" b="0" i="0" cap="all" spc="300" baseline="0">
                <a:solidFill>
                  <a:schemeClr val="accent6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 noProof="0"/>
              <a:t>Section name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6B57680-2E7C-5E3A-5960-B4592A08B5B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8815050" y="10013950"/>
            <a:ext cx="571500" cy="517525"/>
          </a:xfrm>
          <a:prstGeom prst="roundRect">
            <a:avLst>
              <a:gd name="adj" fmla="val 2667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1B4AAB-B4EA-D749-AC5F-B7E5E0E992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44A785A1-950B-8C77-5E6A-01939DCEDD1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886323" y="4816475"/>
            <a:ext cx="2944812" cy="3848099"/>
          </a:xfrm>
          <a:prstGeom prst="roundRect">
            <a:avLst>
              <a:gd name="adj" fmla="val 3928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2EB4CD6A-60E0-7874-92C3-2B8B65BC25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4538" y="4816475"/>
            <a:ext cx="2944812" cy="3848099"/>
          </a:xfrm>
          <a:prstGeom prst="roundRect">
            <a:avLst>
              <a:gd name="adj" fmla="val 3928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70ACE302-95B3-911F-AB83-273E008E5DB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169893" y="4816475"/>
            <a:ext cx="2944812" cy="3848099"/>
          </a:xfrm>
          <a:prstGeom prst="roundRect">
            <a:avLst>
              <a:gd name="adj" fmla="val 3928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42C6BB06-0E8B-702B-4085-BF8215AAC54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028108" y="4816475"/>
            <a:ext cx="2944812" cy="3848099"/>
          </a:xfrm>
          <a:prstGeom prst="roundRect">
            <a:avLst>
              <a:gd name="adj" fmla="val 3928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73A66E9F-7C0F-B1DF-F5EF-43EB7FBDDF8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6453461" y="4816475"/>
            <a:ext cx="2944812" cy="3848099"/>
          </a:xfrm>
          <a:prstGeom prst="roundRect">
            <a:avLst>
              <a:gd name="adj" fmla="val 3928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1">
            <a:extLst>
              <a:ext uri="{FF2B5EF4-FFF2-40B4-BE49-F238E27FC236}">
                <a16:creationId xmlns:a16="http://schemas.microsoft.com/office/drawing/2014/main" id="{E25B2D14-543F-FB2C-CCCB-6BDBF377E44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3311678" y="4816475"/>
            <a:ext cx="2944812" cy="3848099"/>
          </a:xfrm>
          <a:prstGeom prst="roundRect">
            <a:avLst>
              <a:gd name="adj" fmla="val 3928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Holder 3">
            <a:extLst>
              <a:ext uri="{FF2B5EF4-FFF2-40B4-BE49-F238E27FC236}">
                <a16:creationId xmlns:a16="http://schemas.microsoft.com/office/drawing/2014/main" id="{9E418B74-8E5F-9A17-57D1-E1763CBEBE3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741964" y="8854058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2800"/>
              </a:lnSpc>
              <a:defRPr sz="2800" b="0" i="0">
                <a:solidFill>
                  <a:schemeClr val="tx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Name</a:t>
            </a:r>
            <a:endParaRPr/>
          </a:p>
        </p:txBody>
      </p:sp>
      <p:sp>
        <p:nvSpPr>
          <p:cNvPr id="21" name="Holder 3">
            <a:extLst>
              <a:ext uri="{FF2B5EF4-FFF2-40B4-BE49-F238E27FC236}">
                <a16:creationId xmlns:a16="http://schemas.microsoft.com/office/drawing/2014/main" id="{1F264448-CA6F-C43B-A1CE-FE78D413A732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3883749" y="8854058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2800"/>
              </a:lnSpc>
              <a:defRPr sz="2800" b="0" i="0">
                <a:solidFill>
                  <a:schemeClr val="tx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Name</a:t>
            </a:r>
            <a:endParaRPr/>
          </a:p>
        </p:txBody>
      </p:sp>
      <p:sp>
        <p:nvSpPr>
          <p:cNvPr id="22" name="Holder 3">
            <a:extLst>
              <a:ext uri="{FF2B5EF4-FFF2-40B4-BE49-F238E27FC236}">
                <a16:creationId xmlns:a16="http://schemas.microsoft.com/office/drawing/2014/main" id="{AB5A724C-73F9-0363-7489-306BD50D8D0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7025533" y="8854058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2800"/>
              </a:lnSpc>
              <a:defRPr sz="2800" b="0" i="0">
                <a:solidFill>
                  <a:schemeClr val="tx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Name</a:t>
            </a:r>
            <a:endParaRPr/>
          </a:p>
        </p:txBody>
      </p:sp>
      <p:sp>
        <p:nvSpPr>
          <p:cNvPr id="23" name="Holder 3">
            <a:extLst>
              <a:ext uri="{FF2B5EF4-FFF2-40B4-BE49-F238E27FC236}">
                <a16:creationId xmlns:a16="http://schemas.microsoft.com/office/drawing/2014/main" id="{2154B34E-ECD4-73B9-B325-D58CEB385D47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0167318" y="8854058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2800"/>
              </a:lnSpc>
              <a:defRPr sz="2800" b="0" i="0">
                <a:solidFill>
                  <a:schemeClr val="tx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Name</a:t>
            </a:r>
            <a:endParaRPr/>
          </a:p>
        </p:txBody>
      </p:sp>
      <p:sp>
        <p:nvSpPr>
          <p:cNvPr id="24" name="Holder 3">
            <a:extLst>
              <a:ext uri="{FF2B5EF4-FFF2-40B4-BE49-F238E27FC236}">
                <a16:creationId xmlns:a16="http://schemas.microsoft.com/office/drawing/2014/main" id="{43B8CAE3-21D2-8123-547B-CBB7EA334720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13309102" y="8854058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2800"/>
              </a:lnSpc>
              <a:defRPr sz="2800" b="0" i="0">
                <a:solidFill>
                  <a:schemeClr val="tx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Name</a:t>
            </a:r>
            <a:endParaRPr/>
          </a:p>
        </p:txBody>
      </p:sp>
      <p:sp>
        <p:nvSpPr>
          <p:cNvPr id="25" name="Holder 3">
            <a:extLst>
              <a:ext uri="{FF2B5EF4-FFF2-40B4-BE49-F238E27FC236}">
                <a16:creationId xmlns:a16="http://schemas.microsoft.com/office/drawing/2014/main" id="{19B10D4D-8F9D-DD06-1735-1514DCD73278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6450887" y="8854058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2800"/>
              </a:lnSpc>
              <a:defRPr sz="2800" b="0" i="0">
                <a:solidFill>
                  <a:schemeClr val="tx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Name</a:t>
            </a:r>
            <a:endParaRPr/>
          </a:p>
        </p:txBody>
      </p:sp>
      <p:sp>
        <p:nvSpPr>
          <p:cNvPr id="26" name="Holder 3">
            <a:extLst>
              <a:ext uri="{FF2B5EF4-FFF2-40B4-BE49-F238E27FC236}">
                <a16:creationId xmlns:a16="http://schemas.microsoft.com/office/drawing/2014/main" id="{FE34137D-ACAD-06D0-CE12-5391A7401E3A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79560" y="9273158"/>
            <a:ext cx="2269620" cy="382016"/>
          </a:xfrm>
          <a:prstGeom prst="roundRect">
            <a:avLst/>
          </a:prstGeom>
          <a:noFill/>
          <a:ln w="31750">
            <a:solidFill>
              <a:schemeClr val="tx2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1400" b="1" i="0" cap="all" spc="150" baseline="0">
                <a:solidFill>
                  <a:schemeClr val="tx2"/>
                </a:solidFill>
                <a:latin typeface="Delight Semi Bold" pitchFamily="2" charset="77"/>
                <a:cs typeface="Arial"/>
              </a:defRPr>
            </a:lvl1pPr>
          </a:lstStyle>
          <a:p>
            <a:r>
              <a:rPr lang="en-US" noProof="0"/>
              <a:t>Title/Role</a:t>
            </a:r>
          </a:p>
        </p:txBody>
      </p:sp>
      <p:sp>
        <p:nvSpPr>
          <p:cNvPr id="27" name="Holder 3">
            <a:extLst>
              <a:ext uri="{FF2B5EF4-FFF2-40B4-BE49-F238E27FC236}">
                <a16:creationId xmlns:a16="http://schemas.microsoft.com/office/drawing/2014/main" id="{FBAB60A6-0E50-C96F-04E2-DDB8405119C4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221345" y="9273158"/>
            <a:ext cx="2269620" cy="382016"/>
          </a:xfrm>
          <a:prstGeom prst="roundRect">
            <a:avLst/>
          </a:prstGeom>
          <a:noFill/>
          <a:ln w="31750">
            <a:solidFill>
              <a:schemeClr val="tx2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1400" b="1" i="0" cap="all" spc="150" baseline="0">
                <a:solidFill>
                  <a:schemeClr val="tx2"/>
                </a:solidFill>
                <a:latin typeface="Delight Semi Bold" pitchFamily="2" charset="77"/>
                <a:cs typeface="Arial"/>
              </a:defRPr>
            </a:lvl1pPr>
          </a:lstStyle>
          <a:p>
            <a:r>
              <a:rPr lang="en-US" noProof="0"/>
              <a:t>Title/Role</a:t>
            </a:r>
          </a:p>
        </p:txBody>
      </p:sp>
      <p:sp>
        <p:nvSpPr>
          <p:cNvPr id="28" name="Holder 3">
            <a:extLst>
              <a:ext uri="{FF2B5EF4-FFF2-40B4-BE49-F238E27FC236}">
                <a16:creationId xmlns:a16="http://schemas.microsoft.com/office/drawing/2014/main" id="{EEFA4546-85D7-FC0B-F300-41A78A6A0AB1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7363129" y="9273158"/>
            <a:ext cx="2269620" cy="382016"/>
          </a:xfrm>
          <a:prstGeom prst="roundRect">
            <a:avLst/>
          </a:prstGeom>
          <a:noFill/>
          <a:ln w="31750">
            <a:solidFill>
              <a:schemeClr val="tx2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1400" b="1" i="0" cap="all" spc="150" baseline="0">
                <a:solidFill>
                  <a:schemeClr val="tx2"/>
                </a:solidFill>
                <a:latin typeface="Delight Semi Bold" pitchFamily="2" charset="77"/>
                <a:cs typeface="Arial"/>
              </a:defRPr>
            </a:lvl1pPr>
          </a:lstStyle>
          <a:p>
            <a:r>
              <a:rPr lang="en-US" noProof="0"/>
              <a:t>Title/Role</a:t>
            </a:r>
          </a:p>
        </p:txBody>
      </p:sp>
      <p:sp>
        <p:nvSpPr>
          <p:cNvPr id="29" name="Holder 3">
            <a:extLst>
              <a:ext uri="{FF2B5EF4-FFF2-40B4-BE49-F238E27FC236}">
                <a16:creationId xmlns:a16="http://schemas.microsoft.com/office/drawing/2014/main" id="{03898B82-DD93-74CE-6D15-3F13CA7B2E68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0504914" y="9273158"/>
            <a:ext cx="2269620" cy="382016"/>
          </a:xfrm>
          <a:prstGeom prst="roundRect">
            <a:avLst/>
          </a:prstGeom>
          <a:noFill/>
          <a:ln w="31750">
            <a:solidFill>
              <a:schemeClr val="tx2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1400" b="1" i="0" cap="all" spc="150" baseline="0">
                <a:solidFill>
                  <a:schemeClr val="tx2"/>
                </a:solidFill>
                <a:latin typeface="Delight Semi Bold" pitchFamily="2" charset="77"/>
                <a:cs typeface="Arial"/>
              </a:defRPr>
            </a:lvl1pPr>
          </a:lstStyle>
          <a:p>
            <a:r>
              <a:rPr lang="en-US" noProof="0"/>
              <a:t>Title/Role</a:t>
            </a:r>
          </a:p>
        </p:txBody>
      </p:sp>
      <p:sp>
        <p:nvSpPr>
          <p:cNvPr id="30" name="Holder 3">
            <a:extLst>
              <a:ext uri="{FF2B5EF4-FFF2-40B4-BE49-F238E27FC236}">
                <a16:creationId xmlns:a16="http://schemas.microsoft.com/office/drawing/2014/main" id="{099ECA2E-429A-280F-5DFB-9263E8697DF1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3646698" y="9273158"/>
            <a:ext cx="2269620" cy="382016"/>
          </a:xfrm>
          <a:prstGeom prst="roundRect">
            <a:avLst/>
          </a:prstGeom>
          <a:noFill/>
          <a:ln w="31750">
            <a:solidFill>
              <a:schemeClr val="tx2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1400" b="1" i="0" cap="all" spc="150" baseline="0">
                <a:solidFill>
                  <a:schemeClr val="tx2"/>
                </a:solidFill>
                <a:latin typeface="Delight Semi Bold" pitchFamily="2" charset="77"/>
                <a:cs typeface="Arial"/>
              </a:defRPr>
            </a:lvl1pPr>
          </a:lstStyle>
          <a:p>
            <a:r>
              <a:rPr lang="en-US" noProof="0"/>
              <a:t>Title/Role</a:t>
            </a:r>
          </a:p>
        </p:txBody>
      </p:sp>
      <p:sp>
        <p:nvSpPr>
          <p:cNvPr id="31" name="Holder 3">
            <a:extLst>
              <a:ext uri="{FF2B5EF4-FFF2-40B4-BE49-F238E27FC236}">
                <a16:creationId xmlns:a16="http://schemas.microsoft.com/office/drawing/2014/main" id="{C22C5E4D-2DAA-B000-969B-561E453EA17E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16788483" y="9273158"/>
            <a:ext cx="2269620" cy="382016"/>
          </a:xfrm>
          <a:prstGeom prst="roundRect">
            <a:avLst/>
          </a:prstGeom>
          <a:noFill/>
          <a:ln w="31750">
            <a:solidFill>
              <a:schemeClr val="tx2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1400" b="1" i="0" cap="all" spc="150" baseline="0">
                <a:solidFill>
                  <a:schemeClr val="tx2"/>
                </a:solidFill>
                <a:latin typeface="Delight Semi Bold" pitchFamily="2" charset="77"/>
                <a:cs typeface="Arial"/>
              </a:defRPr>
            </a:lvl1pPr>
          </a:lstStyle>
          <a:p>
            <a:r>
              <a:rPr lang="en-US" noProof="0"/>
              <a:t>Title/Role</a:t>
            </a:r>
          </a:p>
        </p:txBody>
      </p:sp>
    </p:spTree>
    <p:extLst>
      <p:ext uri="{BB962C8B-B14F-4D97-AF65-F5344CB8AC3E}">
        <p14:creationId xmlns:p14="http://schemas.microsoft.com/office/powerpoint/2010/main" val="282699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4693" y="4936506"/>
            <a:ext cx="6983257" cy="90866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7200"/>
              </a:lnSpc>
              <a:defRPr sz="9000" b="0" i="0">
                <a:solidFill>
                  <a:schemeClr val="tx1"/>
                </a:solidFill>
                <a:latin typeface="Delight Medium"/>
                <a:cs typeface="Delight Medium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1964" y="6502042"/>
            <a:ext cx="6985326" cy="329514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ts val="2800"/>
              </a:lnSpc>
              <a:defRPr sz="1800" b="0" i="0">
                <a:solidFill>
                  <a:schemeClr val="accent6"/>
                </a:solidFill>
                <a:latin typeface="Delight Regular" pitchFamily="2" charset="77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Holder 3">
            <a:extLst>
              <a:ext uri="{FF2B5EF4-FFF2-40B4-BE49-F238E27FC236}">
                <a16:creationId xmlns:a16="http://schemas.microsoft.com/office/drawing/2014/main" id="{F3DD9A05-AE8A-9AC6-1A42-A4FEDCB0A67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44693" y="3504083"/>
            <a:ext cx="544357" cy="512291"/>
          </a:xfrm>
          <a:prstGeom prst="roundRect">
            <a:avLst/>
          </a:prstGeom>
          <a:solidFill>
            <a:schemeClr val="accent2"/>
          </a:solidFill>
          <a:ln w="31750">
            <a:solidFill>
              <a:schemeClr val="accent2"/>
            </a:solidFill>
          </a:ln>
          <a:effectLst>
            <a:softEdge rad="0"/>
          </a:effectLst>
        </p:spPr>
        <p:txBody>
          <a:bodyPr wrap="none" lIns="45720" tIns="91440" rIns="45720" bIns="91440" anchor="ctr" anchorCtr="1">
            <a:noAutofit/>
          </a:bodyPr>
          <a:lstStyle>
            <a:lvl1pPr algn="ctr">
              <a:lnSpc>
                <a:spcPts val="2800"/>
              </a:lnSpc>
              <a:defRPr sz="2000" b="0" i="0" kern="0" cap="all" spc="300" baseline="0">
                <a:solidFill>
                  <a:schemeClr val="bg1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S#</a:t>
            </a:r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342CE527-A21D-AAF0-2D13-7D2C7EBE10A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403350" y="3482975"/>
            <a:ext cx="2743199" cy="533400"/>
          </a:xfrm>
          <a:prstGeom prst="roundRect">
            <a:avLst/>
          </a:prstGeom>
          <a:noFill/>
          <a:ln w="31750">
            <a:solidFill>
              <a:schemeClr val="accent5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2000" b="0" i="0" cap="all" spc="300" baseline="0">
                <a:solidFill>
                  <a:schemeClr val="accent6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 noProof="0"/>
              <a:t>Section name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749675"/>
            <a:ext cx="20104100" cy="7559040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/>
            </a:stretch>
          </a:blipFill>
        </p:spPr>
        <p:txBody>
          <a:bodyPr wrap="none" lIns="0" tIns="0" rIns="0" bIns="0" rtlCol="0"/>
          <a:lstStyle/>
          <a:p>
            <a:endParaRPr/>
          </a:p>
        </p:txBody>
      </p:sp>
      <p:sp>
        <p:nvSpPr>
          <p:cNvPr id="4" name="Holder 2">
            <a:extLst>
              <a:ext uri="{FF2B5EF4-FFF2-40B4-BE49-F238E27FC236}">
                <a16:creationId xmlns:a16="http://schemas.microsoft.com/office/drawing/2014/main" id="{24F22982-C7A9-20ED-6AC5-491666638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693" y="1750789"/>
            <a:ext cx="16317757" cy="1617886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ts val="11200"/>
              </a:lnSpc>
              <a:defRPr sz="12000" b="0" i="0">
                <a:solidFill>
                  <a:schemeClr val="tx1"/>
                </a:solidFill>
                <a:latin typeface="Delight Medium"/>
                <a:cs typeface="Delight Medium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Holder 3">
            <a:extLst>
              <a:ext uri="{FF2B5EF4-FFF2-40B4-BE49-F238E27FC236}">
                <a16:creationId xmlns:a16="http://schemas.microsoft.com/office/drawing/2014/main" id="{CA6491BE-8854-7189-828D-5C72467E103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4693" y="722784"/>
            <a:ext cx="544357" cy="51229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  <a:effectLst>
            <a:softEdge rad="0"/>
          </a:effectLst>
        </p:spPr>
        <p:txBody>
          <a:bodyPr wrap="none" lIns="45720" tIns="91440" rIns="45720" bIns="91440" anchor="ctr" anchorCtr="1">
            <a:noAutofit/>
          </a:bodyPr>
          <a:lstStyle>
            <a:lvl1pPr algn="ctr">
              <a:lnSpc>
                <a:spcPts val="2800"/>
              </a:lnSpc>
              <a:defRPr sz="2000" b="0" i="0" kern="0" cap="all" spc="300" baseline="0">
                <a:solidFill>
                  <a:schemeClr val="bg1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S#</a:t>
            </a:r>
          </a:p>
        </p:txBody>
      </p:sp>
      <p:sp>
        <p:nvSpPr>
          <p:cNvPr id="18" name="Holder 3">
            <a:extLst>
              <a:ext uri="{FF2B5EF4-FFF2-40B4-BE49-F238E27FC236}">
                <a16:creationId xmlns:a16="http://schemas.microsoft.com/office/drawing/2014/main" id="{64D7073E-CD35-2745-71B7-D4F04DEC22B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441450" y="701676"/>
            <a:ext cx="2743199" cy="533400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2000" b="0" i="0" cap="all" spc="300" baseline="0">
                <a:solidFill>
                  <a:schemeClr val="accent6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 noProof="0"/>
              <a:t>Section name</a:t>
            </a:r>
          </a:p>
        </p:txBody>
      </p:sp>
      <p:sp>
        <p:nvSpPr>
          <p:cNvPr id="20" name="Slide Number Placeholder 15">
            <a:extLst>
              <a:ext uri="{FF2B5EF4-FFF2-40B4-BE49-F238E27FC236}">
                <a16:creationId xmlns:a16="http://schemas.microsoft.com/office/drawing/2014/main" id="{8AE1BC8D-BE96-7269-7ECB-3D596DC5002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8815050" y="10013950"/>
            <a:ext cx="571500" cy="517525"/>
          </a:xfrm>
          <a:prstGeom prst="roundRect">
            <a:avLst>
              <a:gd name="adj" fmla="val 2667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1B4AAB-B4EA-D749-AC5F-B7E5E0E992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210F118-55CD-500F-F228-601C33A8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44281" y="10531475"/>
            <a:ext cx="10015538" cy="601662"/>
          </a:xfrm>
        </p:spPr>
        <p:txBody>
          <a:bodyPr/>
          <a:lstStyle>
            <a:lvl1pPr>
              <a:defRPr sz="1600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262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72356" y="3280434"/>
            <a:ext cx="10714193" cy="23622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7200"/>
              </a:lnSpc>
              <a:defRPr sz="7200" b="0" i="0">
                <a:solidFill>
                  <a:schemeClr val="tx1"/>
                </a:solidFill>
                <a:latin typeface="Delight Medium"/>
                <a:cs typeface="Delight Medium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4063FE08-DDBA-ABDB-766E-51E600C04D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8815050" y="10013950"/>
            <a:ext cx="571500" cy="517525"/>
          </a:xfrm>
          <a:prstGeom prst="roundRect">
            <a:avLst>
              <a:gd name="adj" fmla="val 2667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1B4AAB-B4EA-D749-AC5F-B7E5E0E992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Holder 3">
            <a:extLst>
              <a:ext uri="{FF2B5EF4-FFF2-40B4-BE49-F238E27FC236}">
                <a16:creationId xmlns:a16="http://schemas.microsoft.com/office/drawing/2014/main" id="{47A53557-AE03-2084-6047-D3D9E2E59DA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8642350" y="2429071"/>
            <a:ext cx="544357" cy="512291"/>
          </a:xfrm>
          <a:prstGeom prst="roundRect">
            <a:avLst/>
          </a:prstGeom>
          <a:solidFill>
            <a:schemeClr val="accent2"/>
          </a:solidFill>
          <a:ln w="31750">
            <a:solidFill>
              <a:schemeClr val="accent2"/>
            </a:solidFill>
          </a:ln>
          <a:effectLst>
            <a:softEdge rad="0"/>
          </a:effectLst>
        </p:spPr>
        <p:txBody>
          <a:bodyPr wrap="none" lIns="45720" tIns="91440" rIns="45720" bIns="91440" anchor="ctr" anchorCtr="1">
            <a:noAutofit/>
          </a:bodyPr>
          <a:lstStyle>
            <a:lvl1pPr algn="ctr">
              <a:lnSpc>
                <a:spcPts val="2800"/>
              </a:lnSpc>
              <a:defRPr sz="2000" b="0" i="0" kern="0" cap="all" spc="300" baseline="0">
                <a:solidFill>
                  <a:schemeClr val="bg1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S#</a:t>
            </a:r>
          </a:p>
        </p:txBody>
      </p:sp>
      <p:sp>
        <p:nvSpPr>
          <p:cNvPr id="6" name="Holder 3">
            <a:extLst>
              <a:ext uri="{FF2B5EF4-FFF2-40B4-BE49-F238E27FC236}">
                <a16:creationId xmlns:a16="http://schemas.microsoft.com/office/drawing/2014/main" id="{DE177557-72B5-0B7D-5C61-39F7D120577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301007" y="2407963"/>
            <a:ext cx="2743199" cy="533400"/>
          </a:xfrm>
          <a:prstGeom prst="roundRect">
            <a:avLst/>
          </a:prstGeom>
          <a:noFill/>
          <a:ln w="31750">
            <a:solidFill>
              <a:schemeClr val="accent5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2000" b="0" i="0" cap="all" spc="300" baseline="0">
                <a:solidFill>
                  <a:schemeClr val="accent6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 noProof="0"/>
              <a:t>Section name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848FF-CDF3-C3CC-36EC-611638477EC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24616" y="2407964"/>
            <a:ext cx="7460534" cy="6154332"/>
          </a:xfrm>
          <a:prstGeom prst="roundRect">
            <a:avLst>
              <a:gd name="adj" fmla="val 2427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Holder 3">
            <a:extLst>
              <a:ext uri="{FF2B5EF4-FFF2-40B4-BE49-F238E27FC236}">
                <a16:creationId xmlns:a16="http://schemas.microsoft.com/office/drawing/2014/main" id="{F0DC79B5-FB6E-6753-9A09-F18B49FABC1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66006" y="7731770"/>
            <a:ext cx="3371851" cy="830533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300"/>
              </a:lnSpc>
              <a:defRPr sz="1600" b="0" i="0" spc="50" baseline="0">
                <a:solidFill>
                  <a:schemeClr val="accent6"/>
                </a:solidFill>
                <a:latin typeface="Delight Regular" pitchFamily="2" charset="77"/>
                <a:cs typeface="Arial"/>
              </a:defRPr>
            </a:lvl1pPr>
          </a:lstStyle>
          <a:p>
            <a:r>
              <a:rPr lang="en-US"/>
              <a:t>The right partner anticipates your needs and remains engaged beyond go-live.</a:t>
            </a:r>
            <a:endParaRPr/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35A4B8CD-2206-BF17-16E0-300313D9676F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672357" y="7334250"/>
            <a:ext cx="3345734" cy="339725"/>
          </a:xfrm>
          <a:prstGeom prst="rect">
            <a:avLst/>
          </a:prstGeom>
          <a:noFill/>
          <a:ln w="28575">
            <a:noFill/>
          </a:ln>
          <a:effectLst>
            <a:softEdge rad="0"/>
          </a:effectLst>
        </p:spPr>
        <p:txBody>
          <a:bodyPr wrap="none" lIns="0" tIns="0" rIns="0" bIns="0" anchor="ctr" anchorCtr="0">
            <a:noAutofit/>
          </a:bodyPr>
          <a:lstStyle>
            <a:lvl1pPr algn="l">
              <a:lnSpc>
                <a:spcPts val="2800"/>
              </a:lnSpc>
              <a:defRPr sz="1200" b="1" i="0" cap="all" spc="300" baseline="0">
                <a:solidFill>
                  <a:schemeClr val="accent6"/>
                </a:solidFill>
                <a:latin typeface="Delight Semi Bold" pitchFamily="2" charset="77"/>
                <a:cs typeface="Arial"/>
              </a:defRPr>
            </a:lvl1pPr>
          </a:lstStyle>
          <a:p>
            <a:r>
              <a:rPr lang="en-US" noProof="0"/>
              <a:t>Point 01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7F6CB32-0F57-875F-B6E6-5A7D926912AD}"/>
              </a:ext>
            </a:extLst>
          </p:cNvPr>
          <p:cNvCxnSpPr>
            <a:cxnSpLocks/>
          </p:cNvCxnSpPr>
          <p:nvPr userDrawn="1"/>
        </p:nvCxnSpPr>
        <p:spPr>
          <a:xfrm>
            <a:off x="8666007" y="6988175"/>
            <a:ext cx="10720543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Holder 3">
            <a:extLst>
              <a:ext uri="{FF2B5EF4-FFF2-40B4-BE49-F238E27FC236}">
                <a16:creationId xmlns:a16="http://schemas.microsoft.com/office/drawing/2014/main" id="{5A52CAFA-01C6-C31D-2C9D-13CA6660AFE0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12342655" y="7731770"/>
            <a:ext cx="3371851" cy="830533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300"/>
              </a:lnSpc>
              <a:defRPr sz="1600" b="0" i="0" spc="50" baseline="0">
                <a:solidFill>
                  <a:schemeClr val="accent6"/>
                </a:solidFill>
                <a:latin typeface="Delight Regular" pitchFamily="2" charset="77"/>
                <a:cs typeface="Arial"/>
              </a:defRPr>
            </a:lvl1pPr>
          </a:lstStyle>
          <a:p>
            <a:r>
              <a:rPr lang="en-US"/>
              <a:t>The right partner anticipates your needs and remains engaged beyond go-live.</a:t>
            </a:r>
            <a:endParaRPr/>
          </a:p>
        </p:txBody>
      </p:sp>
      <p:sp>
        <p:nvSpPr>
          <p:cNvPr id="7" name="Holder 3">
            <a:extLst>
              <a:ext uri="{FF2B5EF4-FFF2-40B4-BE49-F238E27FC236}">
                <a16:creationId xmlns:a16="http://schemas.microsoft.com/office/drawing/2014/main" id="{EA5AAD78-A9A9-AC5C-DB63-E3ECE3225BC6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12349006" y="7334250"/>
            <a:ext cx="3345734" cy="339725"/>
          </a:xfrm>
          <a:prstGeom prst="rect">
            <a:avLst/>
          </a:prstGeom>
          <a:noFill/>
          <a:ln w="28575">
            <a:noFill/>
          </a:ln>
          <a:effectLst>
            <a:softEdge rad="0"/>
          </a:effectLst>
        </p:spPr>
        <p:txBody>
          <a:bodyPr wrap="none" lIns="0" tIns="0" rIns="0" bIns="0" anchor="ctr" anchorCtr="0">
            <a:noAutofit/>
          </a:bodyPr>
          <a:lstStyle>
            <a:lvl1pPr algn="l">
              <a:lnSpc>
                <a:spcPts val="2800"/>
              </a:lnSpc>
              <a:defRPr sz="1200" b="1" i="0" cap="all" spc="300" baseline="0">
                <a:solidFill>
                  <a:schemeClr val="accent6"/>
                </a:solidFill>
                <a:latin typeface="Delight Semi Bold" pitchFamily="2" charset="77"/>
                <a:cs typeface="Arial"/>
              </a:defRPr>
            </a:lvl1pPr>
          </a:lstStyle>
          <a:p>
            <a:r>
              <a:rPr lang="en-US" noProof="0"/>
              <a:t>Point 02</a:t>
            </a:r>
          </a:p>
        </p:txBody>
      </p:sp>
      <p:sp>
        <p:nvSpPr>
          <p:cNvPr id="11" name="Holder 3">
            <a:extLst>
              <a:ext uri="{FF2B5EF4-FFF2-40B4-BE49-F238E27FC236}">
                <a16:creationId xmlns:a16="http://schemas.microsoft.com/office/drawing/2014/main" id="{F8483C8D-121F-7158-C0DE-431C181DBBB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6032006" y="7731770"/>
            <a:ext cx="3371851" cy="830533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300"/>
              </a:lnSpc>
              <a:defRPr sz="1600" b="0" i="0" spc="50" baseline="0">
                <a:solidFill>
                  <a:schemeClr val="accent6"/>
                </a:solidFill>
                <a:latin typeface="Delight Regular" pitchFamily="2" charset="77"/>
                <a:cs typeface="Arial"/>
              </a:defRPr>
            </a:lvl1pPr>
          </a:lstStyle>
          <a:p>
            <a:r>
              <a:rPr lang="en-US"/>
              <a:t>The right partner anticipates your needs and remains engaged beyond go-live.</a:t>
            </a:r>
            <a:endParaRPr/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8484FB8D-31B9-69BC-D174-965C8ABDB1E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6038357" y="7334250"/>
            <a:ext cx="3345734" cy="339725"/>
          </a:xfrm>
          <a:prstGeom prst="rect">
            <a:avLst/>
          </a:prstGeom>
          <a:noFill/>
          <a:ln w="28575">
            <a:noFill/>
          </a:ln>
          <a:effectLst>
            <a:softEdge rad="0"/>
          </a:effectLst>
        </p:spPr>
        <p:txBody>
          <a:bodyPr wrap="none" lIns="0" tIns="0" rIns="0" bIns="0" anchor="ctr" anchorCtr="0">
            <a:noAutofit/>
          </a:bodyPr>
          <a:lstStyle>
            <a:lvl1pPr algn="l">
              <a:lnSpc>
                <a:spcPts val="2800"/>
              </a:lnSpc>
              <a:defRPr sz="1200" b="1" i="0" cap="all" spc="300" baseline="0">
                <a:solidFill>
                  <a:schemeClr val="accent6"/>
                </a:solidFill>
                <a:latin typeface="Delight Semi Bold" pitchFamily="2" charset="77"/>
                <a:cs typeface="Arial"/>
              </a:defRPr>
            </a:lvl1pPr>
          </a:lstStyle>
          <a:p>
            <a:r>
              <a:rPr lang="en-US" noProof="0"/>
              <a:t>Point 03</a:t>
            </a:r>
          </a:p>
        </p:txBody>
      </p:sp>
    </p:spTree>
    <p:extLst>
      <p:ext uri="{BB962C8B-B14F-4D97-AF65-F5344CB8AC3E}">
        <p14:creationId xmlns:p14="http://schemas.microsoft.com/office/powerpoint/2010/main" val="4097486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4693" y="4936506"/>
            <a:ext cx="6983257" cy="90866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7200"/>
              </a:lnSpc>
              <a:defRPr sz="9000" b="0" i="0">
                <a:solidFill>
                  <a:schemeClr val="tx1"/>
                </a:solidFill>
                <a:latin typeface="Delight Medium"/>
                <a:cs typeface="Delight Medium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1964" y="6502042"/>
            <a:ext cx="6985326" cy="329514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ts val="2800"/>
              </a:lnSpc>
              <a:defRPr sz="1800" b="0" i="0">
                <a:solidFill>
                  <a:schemeClr val="accent6"/>
                </a:solidFill>
                <a:latin typeface="Delight Regular" pitchFamily="2" charset="77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4063FE08-DDBA-ABDB-766E-51E600C04D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8815050" y="10013950"/>
            <a:ext cx="571500" cy="517525"/>
          </a:xfrm>
          <a:prstGeom prst="roundRect">
            <a:avLst>
              <a:gd name="adj" fmla="val 2667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1B4AAB-B4EA-D749-AC5F-B7E5E0E992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Holder 3">
            <a:extLst>
              <a:ext uri="{FF2B5EF4-FFF2-40B4-BE49-F238E27FC236}">
                <a16:creationId xmlns:a16="http://schemas.microsoft.com/office/drawing/2014/main" id="{F3DD9A05-AE8A-9AC6-1A42-A4FEDCB0A67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44693" y="3504083"/>
            <a:ext cx="544357" cy="512291"/>
          </a:xfrm>
          <a:prstGeom prst="roundRect">
            <a:avLst/>
          </a:prstGeom>
          <a:solidFill>
            <a:schemeClr val="accent2"/>
          </a:solidFill>
          <a:ln w="31750">
            <a:solidFill>
              <a:schemeClr val="accent2"/>
            </a:solidFill>
          </a:ln>
          <a:effectLst>
            <a:softEdge rad="0"/>
          </a:effectLst>
        </p:spPr>
        <p:txBody>
          <a:bodyPr wrap="none" lIns="45720" tIns="91440" rIns="45720" bIns="91440" anchor="ctr" anchorCtr="1">
            <a:noAutofit/>
          </a:bodyPr>
          <a:lstStyle>
            <a:lvl1pPr algn="ctr">
              <a:lnSpc>
                <a:spcPts val="2800"/>
              </a:lnSpc>
              <a:defRPr sz="2000" b="0" i="0" kern="0" cap="all" spc="300" baseline="0">
                <a:solidFill>
                  <a:schemeClr val="bg1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S#</a:t>
            </a:r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342CE527-A21D-AAF0-2D13-7D2C7EBE10A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403350" y="3482975"/>
            <a:ext cx="2743199" cy="533400"/>
          </a:xfrm>
          <a:prstGeom prst="roundRect">
            <a:avLst/>
          </a:prstGeom>
          <a:noFill/>
          <a:ln w="31750">
            <a:solidFill>
              <a:schemeClr val="accent5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2000" b="0" i="0" cap="all" spc="300" baseline="0">
                <a:solidFill>
                  <a:schemeClr val="accent6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 noProof="0"/>
              <a:t>Section name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8610E84-6F6D-9211-9DFC-1C03020A2CE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85150" y="282575"/>
            <a:ext cx="11620500" cy="10706100"/>
          </a:xfrm>
          <a:prstGeom prst="roundRect">
            <a:avLst>
              <a:gd name="adj" fmla="val 1894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71049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4693" y="1750789"/>
            <a:ext cx="16317757" cy="3370486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ts val="11200"/>
              </a:lnSpc>
              <a:defRPr sz="12000" b="0" i="0">
                <a:solidFill>
                  <a:schemeClr val="tx1"/>
                </a:solidFill>
                <a:latin typeface="Delight Medium"/>
                <a:cs typeface="Delight Medium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Holder 3">
            <a:extLst>
              <a:ext uri="{FF2B5EF4-FFF2-40B4-BE49-F238E27FC236}">
                <a16:creationId xmlns:a16="http://schemas.microsoft.com/office/drawing/2014/main" id="{609FD37F-1F9A-0B13-CC57-F3A7F010E80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4693" y="722784"/>
            <a:ext cx="544357" cy="512291"/>
          </a:xfrm>
          <a:prstGeom prst="roundRect">
            <a:avLst/>
          </a:prstGeom>
          <a:solidFill>
            <a:schemeClr val="accent2"/>
          </a:solidFill>
          <a:ln w="31750">
            <a:solidFill>
              <a:schemeClr val="accent2"/>
            </a:solidFill>
          </a:ln>
          <a:effectLst>
            <a:softEdge rad="0"/>
          </a:effectLst>
        </p:spPr>
        <p:txBody>
          <a:bodyPr wrap="none" lIns="45720" tIns="91440" rIns="45720" bIns="91440" anchor="ctr" anchorCtr="1">
            <a:noAutofit/>
          </a:bodyPr>
          <a:lstStyle>
            <a:lvl1pPr algn="ctr">
              <a:lnSpc>
                <a:spcPts val="2800"/>
              </a:lnSpc>
              <a:defRPr sz="2000" b="0" i="0" kern="0" cap="all" spc="300" baseline="0">
                <a:solidFill>
                  <a:schemeClr val="bg1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S#</a:t>
            </a:r>
          </a:p>
        </p:txBody>
      </p:sp>
      <p:sp>
        <p:nvSpPr>
          <p:cNvPr id="5" name="Holder 3">
            <a:extLst>
              <a:ext uri="{FF2B5EF4-FFF2-40B4-BE49-F238E27FC236}">
                <a16:creationId xmlns:a16="http://schemas.microsoft.com/office/drawing/2014/main" id="{6255E875-0480-5E3D-5165-DE8266E4BCD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403350" y="701676"/>
            <a:ext cx="2743199" cy="533400"/>
          </a:xfrm>
          <a:prstGeom prst="roundRect">
            <a:avLst/>
          </a:prstGeom>
          <a:noFill/>
          <a:ln w="31750">
            <a:solidFill>
              <a:schemeClr val="accent5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2000" b="0" i="0" cap="all" spc="300" baseline="0">
                <a:solidFill>
                  <a:schemeClr val="accent6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 noProof="0"/>
              <a:t>Section name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B545B6F-8A16-4470-1FFE-CE5291C6C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35771" y="10656765"/>
            <a:ext cx="10015538" cy="601662"/>
          </a:xfrm>
        </p:spPr>
        <p:txBody>
          <a:bodyPr/>
          <a:lstStyle>
            <a:lvl1pPr>
              <a:defRPr sz="1200"/>
            </a:lvl1pPr>
          </a:lstStyle>
          <a:p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20984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103E7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9" cy="1129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4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wer Stateme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black logo  AI-generated content may be incorrect.">
            <a:extLst>
              <a:ext uri="{FF2B5EF4-FFF2-40B4-BE49-F238E27FC236}">
                <a16:creationId xmlns:a16="http://schemas.microsoft.com/office/drawing/2014/main" id="{BA9809BA-C40D-CD53-FB7A-4B6286BF70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19769" y="-715963"/>
            <a:ext cx="27543638" cy="12741275"/>
          </a:xfrm>
          <a:prstGeom prst="rect">
            <a:avLst/>
          </a:prstGeom>
        </p:spPr>
      </p:pic>
      <p:sp>
        <p:nvSpPr>
          <p:cNvPr id="6" name="Holder 2">
            <a:extLst>
              <a:ext uri="{FF2B5EF4-FFF2-40B4-BE49-F238E27FC236}">
                <a16:creationId xmlns:a16="http://schemas.microsoft.com/office/drawing/2014/main" id="{E15183D9-D1DB-385D-678F-DCD262335E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5185" y="4677571"/>
            <a:ext cx="16013730" cy="1701004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6500"/>
              </a:lnSpc>
              <a:defRPr sz="4800" b="0" i="0">
                <a:solidFill>
                  <a:schemeClr val="bg1"/>
                </a:solidFill>
                <a:latin typeface="Delight Medium" pitchFamily="2" charset="77"/>
                <a:cs typeface="Delight Medium" pitchFamily="2" charset="77"/>
              </a:defRPr>
            </a:lvl1pPr>
          </a:lstStyle>
          <a:p>
            <a:r>
              <a:rPr lang="en-US"/>
              <a:t>Add Power Statement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78652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3013" y="1850860"/>
            <a:ext cx="15078075" cy="3937329"/>
          </a:xfrm>
        </p:spPr>
        <p:txBody>
          <a:bodyPr anchor="b"/>
          <a:lstStyle>
            <a:lvl1pPr algn="ctr">
              <a:defRPr sz="989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3013" y="5940028"/>
            <a:ext cx="15078075" cy="2730474"/>
          </a:xfrm>
        </p:spPr>
        <p:txBody>
          <a:bodyPr/>
          <a:lstStyle>
            <a:lvl1pPr marL="0" indent="0" algn="ctr">
              <a:buNone/>
              <a:defRPr sz="3958"/>
            </a:lvl1pPr>
            <a:lvl2pPr marL="753923" indent="0" algn="ctr">
              <a:buNone/>
              <a:defRPr sz="329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80594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DD213-5353-21AD-09CC-1925F60EE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638A62-45C0-5967-7362-BDD0D0418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8A5F3-11FB-A9AE-7E80-7FF0675D3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B4AAB-B4EA-D749-AC5F-B7E5E0E99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070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F3B2C66-5CCD-5234-0C52-97267551F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713" y="3009900"/>
            <a:ext cx="17338675" cy="717708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E262EE1D-5419-1607-C90B-A603F6BF1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3"/>
            <a:ext cx="17338675" cy="218598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Date Placeholder 9">
            <a:extLst>
              <a:ext uri="{FF2B5EF4-FFF2-40B4-BE49-F238E27FC236}">
                <a16:creationId xmlns:a16="http://schemas.microsoft.com/office/drawing/2014/main" id="{90C5EA89-0E1C-524E-1418-A4C325BDE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82713" y="10482263"/>
            <a:ext cx="4522787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 b="0" i="0">
                <a:solidFill>
                  <a:schemeClr val="tx2"/>
                </a:solidFill>
                <a:latin typeface="Delight Medium" pitchFamily="2" charset="77"/>
              </a:defRPr>
            </a:lvl1pPr>
          </a:lstStyle>
          <a:p>
            <a:endParaRPr lang="en-US"/>
          </a:p>
        </p:txBody>
      </p:sp>
      <p:sp>
        <p:nvSpPr>
          <p:cNvPr id="15" name="Footer Placeholder 10">
            <a:extLst>
              <a:ext uri="{FF2B5EF4-FFF2-40B4-BE49-F238E27FC236}">
                <a16:creationId xmlns:a16="http://schemas.microsoft.com/office/drawing/2014/main" id="{747DA8CB-9EC9-067D-D3BE-B8A2D9047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9563" y="10482263"/>
            <a:ext cx="6784975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 b="0" i="0">
                <a:solidFill>
                  <a:schemeClr val="tx2"/>
                </a:solidFill>
                <a:latin typeface="Delight Medium" pitchFamily="2" charset="77"/>
              </a:defRPr>
            </a:lvl1pPr>
          </a:lstStyle>
          <a:p>
            <a:endParaRPr lang="en-US"/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193039B6-5B1F-C342-CAC2-4E3C97B678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98600" y="10482263"/>
            <a:ext cx="4522788" cy="60166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2000" b="0" i="0">
                <a:solidFill>
                  <a:schemeClr val="tx2"/>
                </a:solidFill>
                <a:latin typeface="Delight Medium" pitchFamily="2" charset="77"/>
              </a:defRPr>
            </a:lvl1pPr>
          </a:lstStyle>
          <a:p>
            <a:fld id="{481B4AAB-B4EA-D749-AC5F-B7E5E0E9920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4" r:id="rId2"/>
    <p:sldLayoutId id="2147483679" r:id="rId3"/>
    <p:sldLayoutId id="2147483680" r:id="rId4"/>
    <p:sldLayoutId id="2147483676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8" r:id="rId11"/>
    <p:sldLayoutId id="2147483684" r:id="rId12"/>
    <p:sldLayoutId id="2147483675" r:id="rId13"/>
    <p:sldLayoutId id="2147483685" r:id="rId14"/>
  </p:sldLayoutIdLst>
  <p:hf hdr="0" ftr="0" dt="0"/>
  <p:txStyles>
    <p:titleStyle>
      <a:lvl1pPr eaLnBrk="1" hangingPunct="1">
        <a:lnSpc>
          <a:spcPts val="7200"/>
        </a:lnSpc>
        <a:defRPr sz="9000" b="0" i="0">
          <a:solidFill>
            <a:schemeClr val="tx1"/>
          </a:solidFill>
          <a:latin typeface="Delight Medium" pitchFamily="2" charset="77"/>
          <a:ea typeface="+mj-ea"/>
          <a:cs typeface="+mj-cs"/>
        </a:defRPr>
      </a:lvl1pPr>
    </p:titleStyle>
    <p:bodyStyle>
      <a:lvl1pPr marL="0" algn="just" eaLnBrk="1" hangingPunct="1">
        <a:lnSpc>
          <a:spcPts val="2800"/>
        </a:lnSpc>
        <a:defRPr sz="1800" b="0" i="0">
          <a:solidFill>
            <a:schemeClr val="accent6"/>
          </a:solidFill>
          <a:latin typeface="Delight Regular" pitchFamily="2" charset="77"/>
          <a:ea typeface="+mn-ea"/>
          <a:cs typeface="+mn-cs"/>
        </a:defRPr>
      </a:lvl1pPr>
      <a:lvl2pPr marL="742950" indent="-285750" algn="just" eaLnBrk="1" hangingPunct="1">
        <a:lnSpc>
          <a:spcPts val="2800"/>
        </a:lnSpc>
        <a:buFont typeface="Arial" panose="020B0604020202020204" pitchFamily="34" charset="0"/>
        <a:buChar char="•"/>
        <a:defRPr sz="1800" b="0" i="0">
          <a:solidFill>
            <a:schemeClr val="accent6"/>
          </a:solidFill>
          <a:latin typeface="Delight Regular" pitchFamily="2" charset="77"/>
          <a:ea typeface="+mn-ea"/>
          <a:cs typeface="+mn-cs"/>
        </a:defRPr>
      </a:lvl2pPr>
      <a:lvl3pPr marL="1200150" indent="-285750" algn="just" eaLnBrk="1" hangingPunct="1">
        <a:lnSpc>
          <a:spcPts val="2800"/>
        </a:lnSpc>
        <a:buFont typeface="Arial" panose="020B0604020202020204" pitchFamily="34" charset="0"/>
        <a:buChar char="•"/>
        <a:defRPr sz="1800" b="0" i="0">
          <a:solidFill>
            <a:schemeClr val="bg2"/>
          </a:solidFill>
          <a:latin typeface="Delight Regular" pitchFamily="2" charset="77"/>
          <a:ea typeface="+mn-ea"/>
          <a:cs typeface="+mn-cs"/>
        </a:defRPr>
      </a:lvl3pPr>
      <a:lvl4pPr marL="1657350" indent="-285750" algn="just" eaLnBrk="1" hangingPunct="1">
        <a:lnSpc>
          <a:spcPts val="2800"/>
        </a:lnSpc>
        <a:buFont typeface="Arial" panose="020B0604020202020204" pitchFamily="34" charset="0"/>
        <a:buChar char="•"/>
        <a:defRPr sz="1800" b="0" i="0">
          <a:solidFill>
            <a:schemeClr val="accent2"/>
          </a:solidFill>
          <a:latin typeface="Delight Regular" pitchFamily="2" charset="77"/>
          <a:ea typeface="+mn-ea"/>
          <a:cs typeface="+mn-cs"/>
        </a:defRPr>
      </a:lvl4pPr>
      <a:lvl5pPr marL="2114550" indent="-285750" algn="just" eaLnBrk="1" hangingPunct="1">
        <a:lnSpc>
          <a:spcPts val="2800"/>
        </a:lnSpc>
        <a:buFont typeface="Arial" panose="020B0604020202020204" pitchFamily="34" charset="0"/>
        <a:buChar char="•"/>
        <a:defRPr sz="1800" b="0" i="0">
          <a:solidFill>
            <a:schemeClr val="accent5"/>
          </a:solidFill>
          <a:latin typeface="Delight Regular" pitchFamily="2" charset="77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42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6634" userDrawn="1">
          <p15:clr>
            <a:srgbClr val="F26B43"/>
          </p15:clr>
        </p15:guide>
        <p15:guide id="4" pos="12212" userDrawn="1">
          <p15:clr>
            <a:srgbClr val="F26B43"/>
          </p15:clr>
        </p15:guide>
        <p15:guide id="5" orient="horz" pos="6298" userDrawn="1">
          <p15:clr>
            <a:srgbClr val="F26B43"/>
          </p15:clr>
        </p15:guide>
        <p15:guide id="6" orient="horz" pos="778" userDrawn="1">
          <p15:clr>
            <a:srgbClr val="F26B43"/>
          </p15:clr>
        </p15:guide>
        <p15:guide id="7" pos="5444" userDrawn="1">
          <p15:clr>
            <a:srgbClr val="F26B43"/>
          </p15:clr>
        </p15:guide>
        <p15:guide id="8" pos="5156" userDrawn="1">
          <p15:clr>
            <a:srgbClr val="F26B43"/>
          </p15:clr>
        </p15:guide>
        <p15:guide id="9" pos="4868" userDrawn="1">
          <p15:clr>
            <a:srgbClr val="F26B43"/>
          </p15:clr>
        </p15:guide>
        <p15:guide id="10" pos="6332" userDrawn="1">
          <p15:clr>
            <a:srgbClr val="5ACBF0"/>
          </p15:clr>
        </p15:guide>
        <p15:guide id="11" orient="horz" pos="3562" userDrawn="1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 Offering Release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41063" y="7589520"/>
            <a:ext cx="11594592" cy="914400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F5EFE9"/>
                </a:solidFill>
              </a:rPr>
              <a:t>Two step-by-step visuals: the Standard Offering inside Jaspersoft Server, and the database deployment of the snapshots and the objects the domains depend on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384048"/>
            <a:ext cx="18653760" cy="96012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0">
                <a:solidFill>
                  <a:srgbClr val="F5EFE9"/>
                </a:solidFill>
              </a:rPr>
              <a:t>Standard Offering Deployment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0664" y="1417320"/>
            <a:ext cx="548640" cy="457200"/>
          </a:xfrm>
          <a:prstGeom prst="roundRect">
            <a:avLst>
              <a:gd name="adj" fmla="val 30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B3D7A"/>
                </a:solidFill>
              </a:rPr>
              <a:t>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7488" y="10707624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F5EFE9"/>
                </a:solidFill>
              </a:rPr>
              <a:t>@2026, Origin Utility, Inc / Proprietary &amp; Confidential / Internal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" y="1828800"/>
            <a:ext cx="4443984" cy="598932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F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874519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5EFE9"/>
                </a:solidFill>
              </a:rPr>
              <a:t>Origin_DEV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5EFE9"/>
                </a:solidFill>
              </a:rPr>
              <a:t>authoring, the internal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77256" y="1828800"/>
            <a:ext cx="4443984" cy="598932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F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41848" y="1874519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5EFE9"/>
                </a:solidFill>
              </a:rPr>
              <a:t>Origin_TEST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5EFE9"/>
                </a:solidFill>
              </a:rPr>
              <a:t>proving, before any 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13848" y="1828800"/>
            <a:ext cx="4443984" cy="598932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F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78440" y="1874519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5EFE9"/>
                </a:solidFill>
              </a:rPr>
              <a:t>Client test org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5EFE9"/>
                </a:solidFill>
              </a:rPr>
              <a:t>the client's own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950440" y="1828800"/>
            <a:ext cx="4443984" cy="598932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F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115032" y="1874519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5EFE9"/>
                </a:solidFill>
              </a:rPr>
              <a:t>Client prod org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5EFE9"/>
                </a:solidFill>
              </a:rPr>
              <a:t>read-only until the prod flag is given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" y="8092440"/>
            <a:ext cx="18653760" cy="178308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F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8138160"/>
            <a:ext cx="18324576" cy="41148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5EFE9"/>
                </a:solidFill>
              </a:rPr>
              <a:t>After go-live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5EFE9"/>
                </a:solidFill>
              </a:rPr>
              <a:t>every change is a tool run with the same proofs, never a hand edit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" y="251460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Workstreams tree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domains, Ad Hoc views, reports and dashboards: the only content edited by hand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" y="356616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Export the org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one API export task, polled, downloaded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" y="4434840"/>
            <a:ext cx="4114800" cy="141732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Build the package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inventory and classify the export; keep the offering list; one copy of each domain in one home; carry the datasource; rewrite every path; strip print wrappers; narrow the import index</a:t>
            </a:r>
          </a:p>
        </p:txBody>
      </p:sp>
      <p:sp>
        <p:nvSpPr>
          <p:cNvPr id="18" name="Diamond 17"/>
          <p:cNvSpPr/>
          <p:nvPr/>
        </p:nvSpPr>
        <p:spPr>
          <a:xfrm>
            <a:off x="2185415" y="6126480"/>
            <a:ext cx="1554480" cy="822960"/>
          </a:xfrm>
          <a:prstGeom prst="diamond">
            <a:avLst/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D7A"/>
                </a:solidFill>
              </a:rPr>
              <a:t>package verifies?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41848" y="2514600"/>
            <a:ext cx="4114800" cy="77724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Import, update in place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polled; an importer warning counts as a failure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41848" y="3429000"/>
            <a:ext cx="4114800" cy="77724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Re-export and compare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byte-equal inside the scope, importer stamps ignored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41848" y="4343400"/>
            <a:ext cx="4114800" cy="86868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Execute everything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views by query, reports as PDF, domains by metadata and probe</a:t>
            </a:r>
          </a:p>
        </p:txBody>
      </p:sp>
      <p:sp>
        <p:nvSpPr>
          <p:cNvPr id="22" name="Diamond 21"/>
          <p:cNvSpPr/>
          <p:nvPr/>
        </p:nvSpPr>
        <p:spPr>
          <a:xfrm>
            <a:off x="6922008" y="5394960"/>
            <a:ext cx="1554480" cy="822960"/>
          </a:xfrm>
          <a:prstGeom prst="diamond">
            <a:avLst/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D7A"/>
                </a:solidFill>
              </a:rPr>
              <a:t>seven proofs pass?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41848" y="6400800"/>
            <a:ext cx="4114800" cy="77724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Proven offering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the package every client promotion starts from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78440" y="251460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Inventory snapshot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every resource on the org before anything changes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78440" y="338328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Rebuild for the client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the client's own datasource export carried byte for byte; org path, folder, alias and tenant root rewritten</a:t>
            </a:r>
          </a:p>
        </p:txBody>
      </p:sp>
      <p:sp>
        <p:nvSpPr>
          <p:cNvPr id="26" name="Diamond 25"/>
          <p:cNvSpPr/>
          <p:nvPr/>
        </p:nvSpPr>
        <p:spPr>
          <a:xfrm>
            <a:off x="11247119" y="4617720"/>
            <a:ext cx="2377440" cy="960120"/>
          </a:xfrm>
          <a:prstGeom prst="diamond">
            <a:avLst/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verified? no source strings, references exist, fields resolve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78440" y="571500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Import, compare, execute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the same three proofs as Origin_TEST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78440" y="658368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Sweep and sign off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PASS, EMPTY, SLOW or FAIL per resource with timing; one document per org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115032" y="2514600"/>
            <a:ext cx="4114800" cy="457200"/>
          </a:xfrm>
          <a:prstGeom prst="roundRect">
            <a:avLst>
              <a:gd name="adj" fmla="val 50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D7A"/>
                </a:solidFill>
              </a:rPr>
              <a:t>explicit prod flag required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115032" y="3108960"/>
            <a:ext cx="4114800" cy="68580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Inventory snapshot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the rollback baseline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115032" y="3931920"/>
            <a:ext cx="4114800" cy="100584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Same promotion, same proofs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target datasource carried; rewritten; verified; imported; compared; executed</a:t>
            </a:r>
          </a:p>
        </p:txBody>
      </p:sp>
      <p:sp>
        <p:nvSpPr>
          <p:cNvPr id="32" name="Diamond 31"/>
          <p:cNvSpPr/>
          <p:nvPr/>
        </p:nvSpPr>
        <p:spPr>
          <a:xfrm>
            <a:off x="16395192" y="5074920"/>
            <a:ext cx="1554480" cy="822960"/>
          </a:xfrm>
          <a:prstGeom prst="diamond">
            <a:avLst/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D7A"/>
                </a:solidFill>
              </a:rPr>
              <a:t>seven proofs pass?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115032" y="6035040"/>
            <a:ext cx="4114800" cy="68580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Sweep and sign off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on the client's prod numbers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115032" y="6858000"/>
            <a:ext cx="4114800" cy="77724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Diff after = rollback record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inventory before against after: nothing else moved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8641080"/>
            <a:ext cx="5852160" cy="105156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Additive-only domain patch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the additions guard refuses any change to what is there; seven proofs per org; one-command restore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0" y="8641080"/>
            <a:ext cx="5852160" cy="105156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Standardized Reports folder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scheduled SQL reports in one folder; on Origin_DEV today, promoted to client orgs by the same tool when approved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350240" y="8641080"/>
            <a:ext cx="5852160" cy="105156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Sweep after every change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the sign-off is regenerated; the first red row is the alert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962656" y="3429000"/>
            <a:ext cx="0" cy="13716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962656" y="4297680"/>
            <a:ext cx="0" cy="13716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962656" y="5852159"/>
            <a:ext cx="0" cy="274321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739896" y="6537960"/>
            <a:ext cx="1591056" cy="0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330952" y="2898648"/>
            <a:ext cx="0" cy="3639312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330952" y="2898648"/>
            <a:ext cx="310896" cy="4572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99248" y="3291840"/>
            <a:ext cx="0" cy="13716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699248" y="4206240"/>
            <a:ext cx="0" cy="13716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699248" y="5212080"/>
            <a:ext cx="0" cy="18288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99248" y="6217920"/>
            <a:ext cx="0" cy="18288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756648" y="6784848"/>
            <a:ext cx="310896" cy="4572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0067544" y="2880360"/>
            <a:ext cx="0" cy="3904488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067544" y="2880360"/>
            <a:ext cx="310896" cy="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435840" y="3246120"/>
            <a:ext cx="0" cy="13716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2435840" y="4480560"/>
            <a:ext cx="0" cy="13716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435840" y="5577840"/>
            <a:ext cx="0" cy="13716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435840" y="6446520"/>
            <a:ext cx="0" cy="13716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4493240" y="7040880"/>
            <a:ext cx="310896" cy="0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4804136" y="2743200"/>
            <a:ext cx="0" cy="4297680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4804136" y="2743200"/>
            <a:ext cx="310896" cy="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7172432" y="2971800"/>
            <a:ext cx="0" cy="13716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7172432" y="3794760"/>
            <a:ext cx="0" cy="13716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7172432" y="4937760"/>
            <a:ext cx="0" cy="13716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7172432" y="5897880"/>
            <a:ext cx="0" cy="13716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7172432" y="6720840"/>
            <a:ext cx="0" cy="13716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17007840" y="7635240"/>
            <a:ext cx="164592" cy="301752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16276320" y="7936992"/>
            <a:ext cx="731520" cy="0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6276320" y="7936992"/>
            <a:ext cx="0" cy="704088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40664" y="10012680"/>
            <a:ext cx="1865376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5EFE9"/>
                </a:solidFill>
              </a:rPr>
              <a:t>Orange diamonds are gates: a failed gate stops the run and names the rollback. The Workstreams tree is never moved; the offering is a curated copy promoted org by org.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384048"/>
            <a:ext cx="18653760" cy="96012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0">
                <a:solidFill>
                  <a:srgbClr val="F5EFE9"/>
                </a:solidFill>
              </a:rPr>
              <a:t>Database Deployment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0664" y="1417320"/>
            <a:ext cx="548640" cy="457200"/>
          </a:xfrm>
          <a:prstGeom prst="roundRect">
            <a:avLst>
              <a:gd name="adj" fmla="val 30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B3D7A"/>
                </a:solidFill>
              </a:rPr>
              <a:t>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7488" y="10707624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F5EFE9"/>
                </a:solidFill>
              </a:rPr>
              <a:t>@2026, Origin Utility, Inc / Proprietary &amp; Confidential / Internal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262104" y="1965960"/>
            <a:ext cx="7132320" cy="150876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F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26696" y="2011679"/>
            <a:ext cx="6803136" cy="41148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5EFE9"/>
                </a:solidFill>
              </a:rPr>
              <a:t>Submit 8 baselines as parallel scheduler jobs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5EFE9"/>
                </a:solidFill>
              </a:rPr>
              <a:t>unattended; they survive a dropped connection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" y="5760720"/>
            <a:ext cx="18653760" cy="411480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F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5806440"/>
            <a:ext cx="18324576" cy="41148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5EFE9"/>
                </a:solidFill>
              </a:rPr>
              <a:t>What the domains read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5EFE9"/>
                </a:solidFill>
              </a:rPr>
              <a:t>created in steps 2 and 3, validated and gated before anything is scheduled; each stack feeds the domain chip beneath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" y="22860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Preflight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the deploy user can read every source table and write the targets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0984" y="228600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Create the 7 snapshot tables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empty, with their keys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228600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Create the domain-support objects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SA snapshot table, lookup seed, 8 CMS views, grants, synonyms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6024" y="228600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Deploy the procedures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baseline (the retained 24 months, once) and operational per table; the SA aged-balance refresh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454128" y="2542032"/>
            <a:ext cx="1627632" cy="384048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09776" y="2542032"/>
            <a:ext cx="1627632" cy="384048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Billed usage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965424" y="2542032"/>
            <a:ext cx="1627632" cy="384048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SQ usage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721072" y="2542032"/>
            <a:ext cx="1627632" cy="384048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GL distribution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454128" y="3017520"/>
            <a:ext cx="1627632" cy="384048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Measurement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09776" y="3017520"/>
            <a:ext cx="1627632" cy="384048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Usage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965424" y="3017520"/>
            <a:ext cx="1627632" cy="384048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Usage scalar detail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721072" y="3017520"/>
            <a:ext cx="1627632" cy="384048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SA snapshot refresh</a:t>
            </a:r>
          </a:p>
        </p:txBody>
      </p:sp>
      <p:sp>
        <p:nvSpPr>
          <p:cNvPr id="21" name="Diamond 20"/>
          <p:cNvSpPr/>
          <p:nvPr/>
        </p:nvSpPr>
        <p:spPr>
          <a:xfrm>
            <a:off x="17099280" y="4023360"/>
            <a:ext cx="2103120" cy="960120"/>
          </a:xfrm>
          <a:prstGeom prst="diamond">
            <a:avLst/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ready gate: every job SUCCEEDED?</a:t>
            </a:r>
          </a:p>
        </p:txBody>
      </p:sp>
      <p:sp>
        <p:nvSpPr>
          <p:cNvPr id="22" name="Diamond 21"/>
          <p:cNvSpPr/>
          <p:nvPr/>
        </p:nvSpPr>
        <p:spPr>
          <a:xfrm>
            <a:off x="14264640" y="4023360"/>
            <a:ext cx="2377440" cy="960120"/>
          </a:xfrm>
          <a:prstGeom prst="diamond">
            <a:avLst/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validate and install gates pass?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612880" y="4114800"/>
            <a:ext cx="2194560" cy="77724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Post-load indexes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keys and dates the domains filter 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4069080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Rolling procedures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3 months rebuilt, 24 kept; one operational refresh run by hand</a:t>
            </a:r>
          </a:p>
        </p:txBody>
      </p:sp>
      <p:sp>
        <p:nvSpPr>
          <p:cNvPr id="25" name="Diamond 24"/>
          <p:cNvSpPr/>
          <p:nvPr/>
        </p:nvSpPr>
        <p:spPr>
          <a:xfrm>
            <a:off x="5943600" y="4023360"/>
            <a:ext cx="2011680" cy="960120"/>
          </a:xfrm>
          <a:prstGeom prst="diamond">
            <a:avLst/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validated again?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63240" y="4069080"/>
            <a:ext cx="2468880" cy="86868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Schedule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twice daily from 10:00 and 16:00 UTC, 30-minute stagger; held on TEST until approved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" y="4069080"/>
            <a:ext cx="1920240" cy="86868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3D7A"/>
                </a:solidFill>
              </a:rPr>
              <a:t>Capture runs, data quality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C5D69"/>
                </a:solidFill>
              </a:rPr>
              <a:t>per client, kept with the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63276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5EFE9"/>
                </a:solidFill>
              </a:rPr>
              <a:t>Finance tables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63276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5EFE9"/>
                </a:solidFill>
              </a:rPr>
              <a:t>Billing and Rates tables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63276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5EFE9"/>
                </a:solidFill>
              </a:rPr>
              <a:t>Meter Operations tables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632764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5EFE9"/>
                </a:solidFill>
              </a:rPr>
              <a:t>Debt Management table + seed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327648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5EFE9"/>
                </a:solidFill>
              </a:rPr>
              <a:t>Meter Operations views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0" y="6327648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5EFE9"/>
                </a:solidFill>
              </a:rPr>
              <a:t>Field Operations views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007840" y="632764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5EFE9"/>
                </a:solidFill>
              </a:rPr>
              <a:t>Customer Operations views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667512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D7A"/>
                </a:solidFill>
              </a:rPr>
              <a:t>FT_RPT_CURR</a:t>
            </a:r>
          </a:p>
          <a:p>
            <a:pPr algn="ctr">
              <a:spcAft>
                <a:spcPts val="600"/>
              </a:spcAft>
            </a:pPr>
            <a:r>
              <a:rPr sz="950" b="0">
                <a:solidFill>
                  <a:srgbClr val="4C5D69"/>
                </a:solidFill>
              </a:rPr>
              <a:t>financial transactions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763524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D7A"/>
                </a:solidFill>
              </a:rPr>
              <a:t>FT_GL_DISTRIBUTION_RPT_CURR</a:t>
            </a:r>
          </a:p>
          <a:p>
            <a:pPr algn="ctr">
              <a:spcAft>
                <a:spcPts val="600"/>
              </a:spcAft>
            </a:pPr>
            <a:r>
              <a:rPr sz="950" b="0">
                <a:solidFill>
                  <a:srgbClr val="4C5D69"/>
                </a:solidFill>
              </a:rPr>
              <a:t>GL distribution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08960" y="667512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D7A"/>
                </a:solidFill>
              </a:rPr>
              <a:t>BSEG_BILLED_USAGE_RPT_CURR</a:t>
            </a:r>
          </a:p>
          <a:p>
            <a:pPr algn="ctr">
              <a:spcAft>
                <a:spcPts val="600"/>
              </a:spcAft>
            </a:pPr>
            <a:r>
              <a:rPr sz="950" b="0">
                <a:solidFill>
                  <a:srgbClr val="4C5D69"/>
                </a:solidFill>
              </a:rPr>
              <a:t>billed usage per segment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108960" y="763524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D7A"/>
                </a:solidFill>
              </a:rPr>
              <a:t>BSEG_SQ_USAGE_RPT_CURR</a:t>
            </a:r>
          </a:p>
          <a:p>
            <a:pPr algn="ctr">
              <a:spcAft>
                <a:spcPts val="600"/>
              </a:spcAft>
            </a:pPr>
            <a:r>
              <a:rPr sz="950" b="0">
                <a:solidFill>
                  <a:srgbClr val="4C5D69"/>
                </a:solidFill>
              </a:rPr>
              <a:t>service quantities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49240" y="6675120"/>
            <a:ext cx="2103120" cy="59436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D7A"/>
                </a:solidFill>
              </a:rPr>
              <a:t>D1_MSRMT_RPT_CURR</a:t>
            </a:r>
          </a:p>
          <a:p>
            <a:pPr algn="ctr">
              <a:spcAft>
                <a:spcPts val="600"/>
              </a:spcAft>
            </a:pPr>
            <a:r>
              <a:rPr sz="950" b="0">
                <a:solidFill>
                  <a:srgbClr val="4C5D69"/>
                </a:solidFill>
              </a:rPr>
              <a:t>measurements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49240" y="7360920"/>
            <a:ext cx="2103120" cy="59436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D7A"/>
                </a:solidFill>
              </a:rPr>
              <a:t>D1_USAGE_RPT_CURR</a:t>
            </a:r>
          </a:p>
          <a:p>
            <a:pPr algn="ctr">
              <a:spcAft>
                <a:spcPts val="600"/>
              </a:spcAft>
            </a:pPr>
            <a:r>
              <a:rPr sz="950" b="0">
                <a:solidFill>
                  <a:srgbClr val="4C5D69"/>
                </a:solidFill>
              </a:rPr>
              <a:t>usage transactions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49240" y="8046720"/>
            <a:ext cx="2103120" cy="59436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600"/>
              </a:spcAft>
            </a:pPr>
            <a:r>
              <a:rPr sz="900" b="1">
                <a:solidFill>
                  <a:srgbClr val="0B3D7A"/>
                </a:solidFill>
              </a:rPr>
              <a:t>D1_USAGE_SCALAR_DTL_RPT_CURR</a:t>
            </a:r>
          </a:p>
          <a:p>
            <a:pPr algn="ctr">
              <a:spcAft>
                <a:spcPts val="600"/>
              </a:spcAft>
            </a:pPr>
            <a:r>
              <a:rPr sz="950" b="0">
                <a:solidFill>
                  <a:srgbClr val="4C5D69"/>
                </a:solidFill>
              </a:rPr>
              <a:t>usage scalar detail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" y="9006840"/>
            <a:ext cx="2103120" cy="5486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D7A"/>
                </a:solidFill>
              </a:rPr>
              <a:t>Finance domains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08960" y="9006840"/>
            <a:ext cx="2103120" cy="5486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Billing and Rates domains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49240" y="9006840"/>
            <a:ext cx="2103120" cy="5486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Usage and measurement domains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63840" y="6675120"/>
            <a:ext cx="2377440" cy="86868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CMS_SA_SNAPSHOT</a:t>
            </a:r>
          </a:p>
          <a:p>
            <a:pPr algn="ctr">
              <a:spcAft>
                <a:spcPts val="600"/>
              </a:spcAft>
            </a:pPr>
            <a:r>
              <a:rPr sz="950" b="0">
                <a:solidFill>
                  <a:srgbClr val="4C5D69"/>
                </a:solidFill>
              </a:rPr>
              <a:t>aged balance per SA, refreshed by procedure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63840" y="7726679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CM_SNAPSHOT_TYPE_FLG</a:t>
            </a:r>
          </a:p>
          <a:p>
            <a:pPr algn="ctr">
              <a:spcAft>
                <a:spcPts val="600"/>
              </a:spcAft>
            </a:pPr>
            <a:r>
              <a:rPr sz="950" b="0">
                <a:solidFill>
                  <a:srgbClr val="4C5D69"/>
                </a:solidFill>
              </a:rPr>
              <a:t>lookup seed: LDAY, EMON, ARCH, LEMN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63840" y="9006840"/>
            <a:ext cx="2377440" cy="5486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SA Snapshot Aged Balance domain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515600" y="6675120"/>
            <a:ext cx="2971800" cy="45720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600"/>
              </a:spcAft>
            </a:pPr>
            <a:r>
              <a:rPr sz="900" b="1">
                <a:solidFill>
                  <a:srgbClr val="0B3D7A"/>
                </a:solidFill>
              </a:rPr>
              <a:t>CMS_D1_DVC_IDENTIFIER_VW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515600" y="7223760"/>
            <a:ext cx="2971800" cy="45720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600"/>
              </a:spcAft>
            </a:pPr>
            <a:r>
              <a:rPr sz="900" b="1">
                <a:solidFill>
                  <a:srgbClr val="0B3D7A"/>
                </a:solidFill>
              </a:rPr>
              <a:t>CMS_D1_DVC_BODA_VW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515600" y="7772400"/>
            <a:ext cx="2971800" cy="45720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600"/>
              </a:spcAft>
            </a:pPr>
            <a:r>
              <a:rPr sz="900" b="1">
                <a:solidFill>
                  <a:srgbClr val="0B3D7A"/>
                </a:solidFill>
              </a:rPr>
              <a:t>CMS_W1_ASSET_IDENTIFIER_VW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515600" y="9006840"/>
            <a:ext cx="1417320" cy="5486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Device domain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070080" y="9006840"/>
            <a:ext cx="1417320" cy="5486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Asset domain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716000" y="667512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600"/>
              </a:spcAft>
            </a:pPr>
            <a:r>
              <a:rPr sz="900" b="1">
                <a:solidFill>
                  <a:srgbClr val="0B3D7A"/>
                </a:solidFill>
              </a:rPr>
              <a:t>CMS_C1_REPRESENTATIVE_BODA_VW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716000" y="722376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600"/>
              </a:spcAft>
            </a:pPr>
            <a:r>
              <a:rPr sz="900" b="1">
                <a:solidFill>
                  <a:srgbClr val="0B3D7A"/>
                </a:solidFill>
              </a:rPr>
              <a:t>CMS_D1_ACTIVITY_CHAR_VW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3716000" y="777240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600"/>
              </a:spcAft>
            </a:pPr>
            <a:r>
              <a:rPr sz="900" b="1">
                <a:solidFill>
                  <a:srgbClr val="0B3D7A"/>
                </a:solidFill>
              </a:rPr>
              <a:t>CMS_D1_ACTIVITY_D1FA_BODA_VW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716000" y="9006840"/>
            <a:ext cx="1463040" cy="5486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Crew domain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5316200" y="9006840"/>
            <a:ext cx="1463040" cy="5486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Field Activity domain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7007840" y="66751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600"/>
              </a:spcAft>
            </a:pPr>
            <a:r>
              <a:rPr sz="900" b="1">
                <a:solidFill>
                  <a:srgbClr val="0B3D7A"/>
                </a:solidFill>
              </a:rPr>
              <a:t>CMS_CI_CASE_VW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7007840" y="722376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600"/>
              </a:spcAft>
            </a:pPr>
            <a:r>
              <a:rPr sz="900" b="1">
                <a:solidFill>
                  <a:srgbClr val="0B3D7A"/>
                </a:solidFill>
              </a:rPr>
              <a:t>CMS_CI_CASE_LOG_VW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7007840" y="9006840"/>
            <a:ext cx="2194560" cy="5486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B3D7A"/>
                </a:solidFill>
              </a:rPr>
              <a:t>Case domain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026664" y="2743200"/>
            <a:ext cx="274320" cy="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952744" y="2743200"/>
            <a:ext cx="274320" cy="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061704" y="2743200"/>
            <a:ext cx="274320" cy="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1987784" y="2720339"/>
            <a:ext cx="274320" cy="22861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5828263" y="3474720"/>
            <a:ext cx="0" cy="274319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5828263" y="3749039"/>
            <a:ext cx="2322577" cy="0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18150839" y="3749039"/>
            <a:ext cx="1" cy="274321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16642080" y="4503420"/>
            <a:ext cx="457200" cy="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13807440" y="4503420"/>
            <a:ext cx="457200" cy="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1155680" y="4503420"/>
            <a:ext cx="457200" cy="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7955279" y="4503420"/>
            <a:ext cx="457201" cy="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5532120" y="4503420"/>
            <a:ext cx="411480" cy="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2660904" y="4503420"/>
            <a:ext cx="402336" cy="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97680" y="4937760"/>
            <a:ext cx="0" cy="411480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297680" y="5349240"/>
            <a:ext cx="5486400" cy="0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784080" y="4937760"/>
            <a:ext cx="0" cy="41148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572000" y="5029200"/>
            <a:ext cx="5486400" cy="365760"/>
          </a:xfrm>
          <a:prstGeom prst="rect">
            <a:avLst/>
          </a:prstGeom>
          <a:noFill/>
        </p:spPr>
        <p:txBody>
          <a:bodyPr wrap="square" anchor="b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EFE9"/>
                </a:solidFill>
              </a:rPr>
              <a:t>every 12 hours: the newest 3 months rebuilt, older rows kept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920239" y="8458200"/>
            <a:ext cx="0" cy="54864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160520" y="8458200"/>
            <a:ext cx="0" cy="54864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400800" y="8641080"/>
            <a:ext cx="0" cy="36576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052560" y="8366759"/>
            <a:ext cx="0" cy="640081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10332720" y="7452360"/>
            <a:ext cx="182880" cy="0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332720" y="7452360"/>
            <a:ext cx="0" cy="1280160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332720" y="8732520"/>
            <a:ext cx="886968" cy="0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1219688" y="8732520"/>
            <a:ext cx="4572" cy="27432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11996928" y="8229600"/>
            <a:ext cx="4572" cy="502920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1996928" y="8732520"/>
            <a:ext cx="777240" cy="0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2774168" y="8732520"/>
            <a:ext cx="4572" cy="27432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5247620" y="8229600"/>
            <a:ext cx="0" cy="365760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14447520" y="8595360"/>
            <a:ext cx="800100" cy="0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4447520" y="8595360"/>
            <a:ext cx="0" cy="41148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5247620" y="8229600"/>
            <a:ext cx="0" cy="365760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5247620" y="8595360"/>
            <a:ext cx="800100" cy="0"/>
          </a:xfrm>
          <a:prstGeom prst="line">
            <a:avLst/>
          </a:prstGeom>
          <a:ln w="2857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6047720" y="8595360"/>
            <a:ext cx="0" cy="41148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8105120" y="7680960"/>
            <a:ext cx="0" cy="1325880"/>
          </a:xfrm>
          <a:prstGeom prst="line">
            <a:avLst/>
          </a:prstGeom>
          <a:ln w="2857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40664" y="10012680"/>
            <a:ext cx="1865376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5EFE9"/>
                </a:solidFill>
              </a:rPr>
              <a:t>Every box in the map is one database object the domains read: seven rolling snapshot tables, the SA aged-balance table with its lookup seed, and eight CMS views. Orange diamonds are gates that stop the rollout; the loop under the second row is the twice-daily rolling refresh (3 months rebuilt, 24 kept; 6 months at CityCorp and Odessa).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384048"/>
            <a:ext cx="18653760" cy="96012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0">
                <a:solidFill>
                  <a:srgbClr val="F5EFE9"/>
                </a:solidFill>
              </a:rPr>
              <a:t>The Objects The Domains Depend On (1 of 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0664" y="1417320"/>
            <a:ext cx="548640" cy="457200"/>
          </a:xfrm>
          <a:prstGeom prst="roundRect">
            <a:avLst>
              <a:gd name="adj" fmla="val 30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B3D7A"/>
                </a:solidFill>
              </a:rPr>
              <a:t>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7488" y="10707624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F5EFE9"/>
                </a:solidFill>
              </a:rPr>
              <a:t>@2026, Origin Utility, Inc / Proprietary &amp; Confidential / Internal Use Only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0664" y="1828800"/>
          <a:ext cx="18653760" cy="740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828800"/>
                <a:gridCol w="8138160"/>
                <a:gridCol w="4754880"/>
              </a:tblGrid>
              <a:tr h="777240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200" b="1">
                          <a:solidFill>
                            <a:srgbClr val="F5EFE9"/>
                          </a:solidFill>
                        </a:rPr>
                        <a:t>Object</a:t>
                      </a:r>
                    </a:p>
                  </a:txBody>
                  <a:tcPr>
                    <a:solidFill>
                      <a:srgbClr val="0B3D7A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200" b="1">
                          <a:solidFill>
                            <a:srgbClr val="F5EFE9"/>
                          </a:solidFill>
                        </a:rPr>
                        <a:t>Kind</a:t>
                      </a:r>
                    </a:p>
                  </a:txBody>
                  <a:tcPr>
                    <a:solidFill>
                      <a:srgbClr val="0B3D7A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200" b="1">
                          <a:solidFill>
                            <a:srgbClr val="F5EFE9"/>
                          </a:solidFill>
                        </a:rPr>
                        <a:t>What it is</a:t>
                      </a:r>
                    </a:p>
                  </a:txBody>
                  <a:tcPr>
                    <a:solidFill>
                      <a:srgbClr val="0B3D7A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200" b="1">
                          <a:solidFill>
                            <a:srgbClr val="F5EFE9"/>
                          </a:solidFill>
                        </a:rPr>
                        <a:t>Depended on by</a:t>
                      </a:r>
                    </a:p>
                  </a:txBody>
                  <a:tcPr>
                    <a:solidFill>
                      <a:srgbClr val="0B3D7A"/>
                    </a:solidFill>
                  </a:tcPr>
                </a:tc>
              </a:tr>
              <a:tr h="1325880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1">
                          <a:solidFill>
                            <a:srgbClr val="0B3D7A"/>
                          </a:solidFill>
                        </a:rPr>
                        <a:t>CMS_SA_SNAPSHOT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table + refresh procedure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One end-of-day (LDAY) aged-balance row per service agreement: current and payoff balance, new charges, and ten aging buckets built from frozen ARS financial transactions dated up to today. Credits and payments retire the oldest debt first; excess credit sits in the current bucket; buckets 1 to 5 always sum to the current balance; future-dated amounts are excluded.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Debt Management: the SA Snapshot Aged Balance domain, its account roll-up (a derived query over this table, not a second object), and every aged-debt view and dashboard on it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</a:tr>
              <a:tr h="1325880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1">
                          <a:solidFill>
                            <a:srgbClr val="0B3D7A"/>
                          </a:solidFill>
                        </a:rPr>
                        <a:t>CM_SNAPSHOT_TYPE_FLG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lookup seed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The four snapshot-type codes (LDAY, EMON, ARCH, LEMN) written into the C2M lookup tables. The domain inner-joins them, so a fresh database without the seed returns zero rows in every Ad Hoc view.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Debt Management: SA Snapshot Aged Balance domain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</a:tr>
              <a:tr h="1325880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1">
                          <a:solidFill>
                            <a:srgbClr val="0B3D7A"/>
                          </a:solidFill>
                        </a:rPr>
                        <a:t>CMS_D1_DVC_IDENTIFIER_VW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view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One row per device with its identifiers pivoted from rows into columns: asset id, badge number, serial number, internal meter number, external and MDM ids, NIC id and serial, name, utility device id.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Meter Operations: Device domain; Daily Installations, Disconnected Service Points, Meters Not Recently Read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</a:tr>
              <a:tr h="1325880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1">
                          <a:solidFill>
                            <a:srgbClr val="0B3D7A"/>
                          </a:solidFill>
                        </a:rPr>
                        <a:t>CMS_D1_DVC_BODA_VW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view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The device's business-object data area parsed out of its XML: business object code, latest status, retirement date and time. One row per device.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Meter Operations: Device domain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</a:tr>
              <a:tr h="1325880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1">
                          <a:solidFill>
                            <a:srgbClr val="0B3D7A"/>
                          </a:solidFill>
                        </a:rPr>
                        <a:t>CMS_W1_ASSET_IDENTIFIER_VW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view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One row per asset with its identifiers pivoted into columns, the asset-side twin of the device identifier view, so the Asset domain can join by badge, serial or external id.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Meter Operations: Asset domain; In Storage, Distribution of Installed Assets, Non-Meter Assets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384048"/>
            <a:ext cx="18653760" cy="96012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0">
                <a:solidFill>
                  <a:srgbClr val="F5EFE9"/>
                </a:solidFill>
              </a:rPr>
              <a:t>The Objects The Domains Depend On (2 of 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0664" y="1417320"/>
            <a:ext cx="548640" cy="457200"/>
          </a:xfrm>
          <a:prstGeom prst="roundRect">
            <a:avLst>
              <a:gd name="adj" fmla="val 30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B3D7A"/>
                </a:solidFill>
              </a:rPr>
              <a:t>V4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7488" y="10707624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F5EFE9"/>
                </a:solidFill>
              </a:rPr>
              <a:t>@2026, Origin Utility, Inc / Proprietary &amp; Confidential / Internal Use Only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0664" y="1828800"/>
          <a:ext cx="18653760" cy="740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828800"/>
                <a:gridCol w="8138160"/>
                <a:gridCol w="4754880"/>
              </a:tblGrid>
              <a:tr h="777240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200" b="1">
                          <a:solidFill>
                            <a:srgbClr val="F5EFE9"/>
                          </a:solidFill>
                        </a:rPr>
                        <a:t>Object</a:t>
                      </a:r>
                    </a:p>
                  </a:txBody>
                  <a:tcPr>
                    <a:solidFill>
                      <a:srgbClr val="0B3D7A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200" b="1">
                          <a:solidFill>
                            <a:srgbClr val="F5EFE9"/>
                          </a:solidFill>
                        </a:rPr>
                        <a:t>Kind</a:t>
                      </a:r>
                    </a:p>
                  </a:txBody>
                  <a:tcPr>
                    <a:solidFill>
                      <a:srgbClr val="0B3D7A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200" b="1">
                          <a:solidFill>
                            <a:srgbClr val="F5EFE9"/>
                          </a:solidFill>
                        </a:rPr>
                        <a:t>What it is</a:t>
                      </a:r>
                    </a:p>
                  </a:txBody>
                  <a:tcPr>
                    <a:solidFill>
                      <a:srgbClr val="0B3D7A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200" b="1">
                          <a:solidFill>
                            <a:srgbClr val="F5EFE9"/>
                          </a:solidFill>
                        </a:rPr>
                        <a:t>Depended on by</a:t>
                      </a:r>
                    </a:p>
                  </a:txBody>
                  <a:tcPr>
                    <a:solidFill>
                      <a:srgbClr val="0B3D7A"/>
                    </a:solidFill>
                  </a:tcPr>
                </a:tc>
              </a:tr>
              <a:tr h="1325880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1">
                          <a:solidFill>
                            <a:srgbClr val="0B3D7A"/>
                          </a:solidFill>
                        </a:rPr>
                        <a:t>CMS_C1_REPRESENTATIVE_BODA_VW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view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Field representative (crew member) mobile details parsed out of the representative's XML data area: the service areas they cover and their worker capabilities, one row per representative and area or capability.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Field Operations: Crew domain and its views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</a:tr>
              <a:tr h="1325880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1">
                          <a:solidFill>
                            <a:srgbClr val="0B3D7A"/>
                          </a:solidFill>
                        </a:rPr>
                        <a:t>CMS_D1_ACTIVITY_CHAR_VW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view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Activity characteristics pivoted per field activity: internal field-activity status, priority, and the third-party representative code, so the domain filters on them as columns.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Field Operations: Crew domain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</a:tr>
              <a:tr h="1325880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1">
                          <a:solidFill>
                            <a:srgbClr val="0B3D7A"/>
                          </a:solidFill>
                        </a:rPr>
                        <a:t>CMS_D1_ACTIVITY_D1FA_BODA_VW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view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The field activity's business-object data parsed from XML: instructions and comments, the appointment window and who took it, expiration, requester, external references, and the customer and contact names and phone numbers.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Field Operations: Crew and Field Activity domains; Upcoming Field Work, Cancelations, Average Days per Field Task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</a:tr>
              <a:tr h="1325880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1">
                          <a:solidFill>
                            <a:srgbClr val="0B3D7A"/>
                          </a:solidFill>
                        </a:rPr>
                        <a:t>CMS_CI_CASE_VW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view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One row per case with its create and close timestamps derived from the case log (the case-created entry and the closing status entry) and the duration in minutes, measured to now while the case is open.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Customer Operations: Case domain and every case view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</a:tr>
              <a:tr h="1325880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1">
                          <a:solidFill>
                            <a:srgbClr val="0B3D7A"/>
                          </a:solidFill>
                        </a:rPr>
                        <a:t>CMS_CI_CASE_LOG_VW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view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The case log as a timeline: every status change with the previous status, the previous log time, and how long the case sat in the previous and the current state.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600" b="0">
                          <a:solidFill>
                            <a:srgbClr val="4C5D69"/>
                          </a:solidFill>
                        </a:rPr>
                        <a:t>Customer Operations: Case domain (state durations and the case timeline views)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igin Utility 2025">
      <a:dk1>
        <a:srgbClr val="006DA7"/>
      </a:dk1>
      <a:lt1>
        <a:srgbClr val="F5EFE9"/>
      </a:lt1>
      <a:dk2>
        <a:srgbClr val="006DA7"/>
      </a:dk2>
      <a:lt2>
        <a:srgbClr val="F4EFE9"/>
      </a:lt2>
      <a:accent1>
        <a:srgbClr val="FFA418"/>
      </a:accent1>
      <a:accent2>
        <a:srgbClr val="E9860D"/>
      </a:accent2>
      <a:accent3>
        <a:srgbClr val="BD5720"/>
      </a:accent3>
      <a:accent4>
        <a:srgbClr val="DBD3CC"/>
      </a:accent4>
      <a:accent5>
        <a:srgbClr val="BDB2AC"/>
      </a:accent5>
      <a:accent6>
        <a:srgbClr val="8E837E"/>
      </a:accent6>
      <a:hlink>
        <a:srgbClr val="FFA418"/>
      </a:hlink>
      <a:folHlink>
        <a:srgbClr val="BD572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-Deck Template-V1.1.0" id="{543EA141-4271-724E-B203-433C213E4E47}" vid="{7CB0B064-B97B-A240-BD28-B45B388501E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EC55FE308B3F479D76AF450841754E" ma:contentTypeVersion="12" ma:contentTypeDescription="Create a new document." ma:contentTypeScope="" ma:versionID="e790027c7c34249bb98666c8c9119eaa">
  <xsd:schema xmlns:xsd="http://www.w3.org/2001/XMLSchema" xmlns:xs="http://www.w3.org/2001/XMLSchema" xmlns:p="http://schemas.microsoft.com/office/2006/metadata/properties" xmlns:ns2="12ca6ba9-4514-42dd-bdc3-b6324cc23e5f" xmlns:ns3="d357c37f-953d-43f0-9d5c-41b6999fc31b" targetNamespace="http://schemas.microsoft.com/office/2006/metadata/properties" ma:root="true" ma:fieldsID="bd009a1edaaf9ab5d6f665727a0fec8b" ns2:_="" ns3:_="">
    <xsd:import namespace="12ca6ba9-4514-42dd-bdc3-b6324cc23e5f"/>
    <xsd:import namespace="d357c37f-953d-43f0-9d5c-41b6999fc3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ca6ba9-4514-42dd-bdc3-b6324cc23e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57c37f-953d-43f0-9d5c-41b6999fc31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5F15CB5-6569-4BED-87D8-DF74EBB45C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4E750B-86ED-4509-BE57-275555DF1C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ca6ba9-4514-42dd-bdc3-b6324cc23e5f"/>
    <ds:schemaRef ds:uri="d357c37f-953d-43f0-9d5c-41b6999fc3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7C8049-9568-4DE9-AB0C-6845984CADEA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d357c37f-953d-43f0-9d5c-41b6999fc31b"/>
    <ds:schemaRef ds:uri="http://www.w3.org/XML/1998/namespace"/>
    <ds:schemaRef ds:uri="12ca6ba9-4514-42dd-bdc3-b6324cc23e5f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ORG-Deck Template-V1.1.0</Template>
  <TotalTime>574</TotalTime>
  <Words>528</Words>
  <Application>Microsoft Office PowerPoint</Application>
  <PresentationFormat>Custom</PresentationFormat>
  <Paragraphs>95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Delight Semi Bold</vt:lpstr>
      <vt:lpstr>Delight Regular</vt:lpstr>
      <vt:lpstr>Arial</vt:lpstr>
      <vt:lpstr>Aptos</vt:lpstr>
      <vt:lpstr>Delight Medium</vt:lpstr>
      <vt:lpstr>Office Theme</vt:lpstr>
      <vt:lpstr>DataVergence App</vt:lpstr>
      <vt:lpstr>PowerPoint Presentation</vt:lpstr>
      <vt:lpstr>PowerPoint Presentation</vt:lpstr>
      <vt:lpstr>What is being solved?</vt:lpstr>
      <vt:lpstr>PowerPoint Presentation</vt:lpstr>
      <vt:lpstr>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Geraldine Roddie</dc:creator>
  <cp:lastModifiedBy>Reed Navara</cp:lastModifiedBy>
  <cp:revision>4</cp:revision>
  <dcterms:created xsi:type="dcterms:W3CDTF">2025-11-19T15:32:52Z</dcterms:created>
  <dcterms:modified xsi:type="dcterms:W3CDTF">2026-09-25T00:07:49Z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2025-09-02T00:00:00Z</vt:filetime>
  </property>
  <property fmtid="{D5CDD505-2E9C-101B-9397-08002B2CF9AE}" pid="3" name="Creator">
    <vt:lpwstr>Adobe InDesign 20.5 (Macintosh)</vt:lpwstr>
  </property>
  <property fmtid="{D5CDD505-2E9C-101B-9397-08002B2CF9AE}" pid="4" name="LastSaved">
    <vt:filetime>2025-09-02T00:00:00Z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0x01010000EC55FE308B3F479D76AF450841754E</vt:lpwstr>
  </property>
  <property fmtid="{D5CDD505-2E9C-101B-9397-08002B2CF9AE}" pid="7" name="MediaServiceImageTags">
    <vt:lpwstr/>
  </property>
</Properties>
</file>